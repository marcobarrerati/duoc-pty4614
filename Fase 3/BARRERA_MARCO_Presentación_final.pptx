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2" r:id="rId8"/>
    <p:sldId id="263" r:id="rId9"/>
    <p:sldId id="269" r:id="rId10"/>
    <p:sldId id="270" r:id="rId11"/>
    <p:sldId id="265" r:id="rId12"/>
    <p:sldId id="267" r:id="rId13"/>
    <p:sldId id="268" r:id="rId14"/>
    <p:sldId id="266" r:id="rId15"/>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7" autoAdjust="0"/>
    <p:restoredTop sz="94660"/>
  </p:normalViewPr>
  <p:slideViewPr>
    <p:cSldViewPr snapToGrid="0">
      <p:cViewPr>
        <p:scale>
          <a:sx n="130" d="100"/>
          <a:sy n="130" d="100"/>
        </p:scale>
        <p:origin x="536" y="68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 qsCatId="simple" csTypeId="urn:microsoft.com/office/officeart/2005/8/colors/accent5_2" csCatId="accent5" phldr="1"/>
      <dgm:spPr/>
      <dgm:t>
        <a:bodyPr/>
        <a:lstStyle/>
        <a:p>
          <a:endParaRPr lang="es-CL"/>
        </a:p>
      </dgm:t>
    </dgm:pt>
    <dgm:pt modelId="{78BFB295-8F5D-4286-B72B-79142F8F0E13}">
      <dgm:prSet phldrT="[Texto]"/>
      <dgm:spPr/>
      <dgm:t>
        <a:bodyPr/>
        <a:lstStyle/>
        <a:p>
          <a:r>
            <a:rPr lang="es-MX" dirty="0"/>
            <a:t>Marco Barrera Tillería</a:t>
          </a:r>
          <a:endParaRPr lang="es-CL" dirty="0"/>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D868444B-AE34-4422-A6A5-1F7D392D0C20}">
      <dgm:prSet phldrT="[Texto]"/>
      <dgm:spPr/>
      <dgm:t>
        <a:bodyPr/>
        <a:lstStyle/>
        <a:p>
          <a:r>
            <a:rPr lang="es-CL" dirty="0"/>
            <a:t>Alumno</a:t>
          </a:r>
        </a:p>
      </dgm:t>
    </dgm:pt>
    <dgm:pt modelId="{7DB88D83-6C3A-48C1-8CAD-0D11C3BEC35C}" type="parTrans" cxnId="{484B8A37-0122-4FF5-93D2-4A15DF521A17}">
      <dgm:prSet/>
      <dgm:spPr/>
      <dgm:t>
        <a:bodyPr/>
        <a:lstStyle/>
        <a:p>
          <a:endParaRPr lang="es-CL"/>
        </a:p>
      </dgm:t>
    </dgm:pt>
    <dgm:pt modelId="{74B9B1A5-94EB-40A9-BFF2-678501068FB8}" type="sibTrans" cxnId="{484B8A37-0122-4FF5-93D2-4A15DF521A17}">
      <dgm:prSet/>
      <dgm:spPr/>
      <dgm:t>
        <a:bodyPr/>
        <a:lstStyle/>
        <a:p>
          <a:endParaRPr lang="es-CL"/>
        </a:p>
      </dgm:t>
    </dgm:pt>
    <dgm:pt modelId="{2E221207-005F-49CB-81E1-6D036D64322B}">
      <dgm:prSet phldrT="[Texto]"/>
      <dgm:spPr/>
      <dgm:t>
        <a:bodyPr/>
        <a:lstStyle/>
        <a:p>
          <a:r>
            <a:rPr lang="es-MX" dirty="0"/>
            <a:t>Ingeniería en Informática</a:t>
          </a:r>
          <a:endParaRPr lang="es-CL" dirty="0"/>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1" custLinFactNeighborX="5318" custLinFactNeighborY="-12417"/>
      <dgm:spPr/>
    </dgm:pt>
    <dgm:pt modelId="{9A7E2690-DE9C-4572-9BE5-B8C9A3B8BBB3}" type="pres">
      <dgm:prSet presAssocID="{78BFB295-8F5D-4286-B72B-79142F8F0E13}" presName="img" presStyleLbl="fgImgPlace1" presStyleIdx="0" presStyleCnt="1"/>
      <dgm:spPr/>
    </dgm:pt>
    <dgm:pt modelId="{52D125D2-FCA7-4A2D-AB39-B6BD54F251F2}" type="pres">
      <dgm:prSet presAssocID="{78BFB295-8F5D-4286-B72B-79142F8F0E13}" presName="text" presStyleLbl="node1" presStyleIdx="0" presStyleCnt="1">
        <dgm:presLayoutVars>
          <dgm:bulletEnabled val="1"/>
        </dgm:presLayoutVars>
      </dgm:prSet>
      <dgm:spPr/>
    </dgm:pt>
  </dgm:ptLst>
  <dgm:cxnLst>
    <dgm:cxn modelId="{399BD705-2380-48A3-9C48-1D49A5A32D61}" type="presOf" srcId="{2E221207-005F-49CB-81E1-6D036D64322B}" destId="{52D125D2-FCA7-4A2D-AB39-B6BD54F251F2}"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484B8A37-0122-4FF5-93D2-4A15DF521A17}" srcId="{78BFB295-8F5D-4286-B72B-79142F8F0E13}" destId="{D868444B-AE34-4422-A6A5-1F7D392D0C20}" srcOrd="0" destOrd="0" parTransId="{7DB88D83-6C3A-48C1-8CAD-0D11C3BEC35C}" sibTransId="{74B9B1A5-94EB-40A9-BFF2-678501068FB8}"/>
    <dgm:cxn modelId="{7E8FC05E-FE02-4336-B1F8-3EAA05519A49}" type="presOf" srcId="{D868444B-AE34-4422-A6A5-1F7D392D0C20}" destId="{54FC4CB6-0791-48D3-B2C5-2E99B8AFCFF7}" srcOrd="0" destOrd="1" presId="urn:microsoft.com/office/officeart/2005/8/layout/vList4"/>
    <dgm:cxn modelId="{2AD07198-D472-4B98-B6D5-5A730374E9A2}" srcId="{BE45140C-C326-4DAA-A267-498AD5117D68}" destId="{78BFB295-8F5D-4286-B72B-79142F8F0E13}" srcOrd="0" destOrd="0" parTransId="{F1885FAB-61EC-4F80-98D0-72360031AF9F}" sibTransId="{E88D0928-51D4-4670-8963-60ABBB193E13}"/>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FE5360C5-555C-42B2-9E63-16D2D46F21B1}" type="presOf" srcId="{D868444B-AE34-4422-A6A5-1F7D392D0C20}" destId="{52D125D2-FCA7-4A2D-AB39-B6BD54F251F2}" srcOrd="1" destOrd="1" presId="urn:microsoft.com/office/officeart/2005/8/layout/vList4"/>
    <dgm:cxn modelId="{1C3272C9-C630-4D60-B76B-138907BB4D41}" srcId="{78BFB295-8F5D-4286-B72B-79142F8F0E13}" destId="{2E221207-005F-49CB-81E1-6D036D64322B}" srcOrd="1" destOrd="0" parTransId="{B200B6AA-AA2A-4CB8-80FF-4BB54938E8A5}" sibTransId="{3728DB5E-E904-481D-A1E5-49CF4AFFC0D3}"/>
    <dgm:cxn modelId="{A70C9FD5-2935-4C81-937A-B6C05F5E54BA}" type="presOf" srcId="{2E221207-005F-49CB-81E1-6D036D64322B}" destId="{54FC4CB6-0791-48D3-B2C5-2E99B8AFCFF7}" srcOrd="0" destOrd="2"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0BCF0D-67C2-3641-84BC-33A05C1C4FC8}" type="doc">
      <dgm:prSet loTypeId="urn:microsoft.com/office/officeart/2005/8/layout/hChevron3" loCatId="" qsTypeId="urn:microsoft.com/office/officeart/2005/8/quickstyle/simple1" qsCatId="simple" csTypeId="urn:microsoft.com/office/officeart/2005/8/colors/accent1_2" csCatId="accent1" phldr="1"/>
      <dgm:spPr/>
    </dgm:pt>
    <dgm:pt modelId="{0C18BA6D-ED9A-324C-90A9-AA2BB7197CAA}">
      <dgm:prSet phldrT="[Texto]"/>
      <dgm:spPr/>
      <dgm:t>
        <a:bodyPr/>
        <a:lstStyle/>
        <a:p>
          <a:r>
            <a:rPr lang="es-MX" dirty="0"/>
            <a:t>Semana 1 – 3</a:t>
          </a:r>
        </a:p>
        <a:p>
          <a:r>
            <a:rPr lang="es-MX" dirty="0"/>
            <a:t>Hito 1 : Análisis Completado</a:t>
          </a:r>
        </a:p>
      </dgm:t>
    </dgm:pt>
    <dgm:pt modelId="{3338374C-A238-3441-BB0E-4738DF3A006C}" type="parTrans" cxnId="{6B0DEE9B-832A-AF40-B28D-119CD176980D}">
      <dgm:prSet/>
      <dgm:spPr/>
      <dgm:t>
        <a:bodyPr/>
        <a:lstStyle/>
        <a:p>
          <a:endParaRPr lang="es-MX"/>
        </a:p>
      </dgm:t>
    </dgm:pt>
    <dgm:pt modelId="{A73E9FA1-A51D-D142-A493-A95FE8C092CA}" type="sibTrans" cxnId="{6B0DEE9B-832A-AF40-B28D-119CD176980D}">
      <dgm:prSet/>
      <dgm:spPr/>
      <dgm:t>
        <a:bodyPr/>
        <a:lstStyle/>
        <a:p>
          <a:endParaRPr lang="es-MX"/>
        </a:p>
      </dgm:t>
    </dgm:pt>
    <dgm:pt modelId="{56F31D29-CDCD-6243-900E-69D2CC93D089}">
      <dgm:prSet phldrT="[Texto]"/>
      <dgm:spPr/>
      <dgm:t>
        <a:bodyPr/>
        <a:lstStyle/>
        <a:p>
          <a:r>
            <a:rPr lang="es-MX" dirty="0"/>
            <a:t>Semana 4 – 6</a:t>
          </a:r>
        </a:p>
        <a:p>
          <a:r>
            <a:rPr lang="es-MX" dirty="0"/>
            <a:t>Hito 2: Diseño Completado</a:t>
          </a:r>
        </a:p>
      </dgm:t>
    </dgm:pt>
    <dgm:pt modelId="{5C279E55-AA3F-4242-B18A-58EE60658AA1}" type="parTrans" cxnId="{EDBA93E6-A4C6-7A44-8073-69C135AF663E}">
      <dgm:prSet/>
      <dgm:spPr/>
      <dgm:t>
        <a:bodyPr/>
        <a:lstStyle/>
        <a:p>
          <a:endParaRPr lang="es-MX"/>
        </a:p>
      </dgm:t>
    </dgm:pt>
    <dgm:pt modelId="{044AE01A-BFF3-AA41-800A-337760BF46DB}" type="sibTrans" cxnId="{EDBA93E6-A4C6-7A44-8073-69C135AF663E}">
      <dgm:prSet/>
      <dgm:spPr/>
      <dgm:t>
        <a:bodyPr/>
        <a:lstStyle/>
        <a:p>
          <a:endParaRPr lang="es-MX"/>
        </a:p>
      </dgm:t>
    </dgm:pt>
    <dgm:pt modelId="{F48F1815-1459-544F-AD3F-BEB835851E2F}">
      <dgm:prSet phldrT="[Texto]"/>
      <dgm:spPr/>
      <dgm:t>
        <a:bodyPr/>
        <a:lstStyle/>
        <a:p>
          <a:r>
            <a:rPr lang="es-MX" dirty="0"/>
            <a:t>Semana 7 – 15</a:t>
          </a:r>
        </a:p>
        <a:p>
          <a:r>
            <a:rPr lang="es-MX" dirty="0"/>
            <a:t>Hito 3: MVP Desarrollado</a:t>
          </a:r>
        </a:p>
      </dgm:t>
    </dgm:pt>
    <dgm:pt modelId="{BD273E4E-33FB-5145-B04A-EE5CF3F60D5C}" type="parTrans" cxnId="{E8CF97A4-D1DF-3C46-A585-977CE3956FC2}">
      <dgm:prSet/>
      <dgm:spPr/>
      <dgm:t>
        <a:bodyPr/>
        <a:lstStyle/>
        <a:p>
          <a:endParaRPr lang="es-MX"/>
        </a:p>
      </dgm:t>
    </dgm:pt>
    <dgm:pt modelId="{DEADD54A-98F2-B342-B522-8F99721FC750}" type="sibTrans" cxnId="{E8CF97A4-D1DF-3C46-A585-977CE3956FC2}">
      <dgm:prSet/>
      <dgm:spPr/>
      <dgm:t>
        <a:bodyPr/>
        <a:lstStyle/>
        <a:p>
          <a:endParaRPr lang="es-MX"/>
        </a:p>
      </dgm:t>
    </dgm:pt>
    <dgm:pt modelId="{2A874960-3EFD-3843-8F6E-4E08B0DDD5EC}">
      <dgm:prSet phldrT="[Texto]"/>
      <dgm:spPr/>
      <dgm:t>
        <a:bodyPr/>
        <a:lstStyle/>
        <a:p>
          <a:endParaRPr lang="es-MX" dirty="0"/>
        </a:p>
        <a:p>
          <a:r>
            <a:rPr lang="es-MX" dirty="0"/>
            <a:t>Semana 16 - 17</a:t>
          </a:r>
        </a:p>
        <a:p>
          <a:r>
            <a:rPr lang="es-MX" dirty="0"/>
            <a:t>Hito 4: Pruebas Finalizadas</a:t>
          </a:r>
        </a:p>
        <a:p>
          <a:endParaRPr lang="es-MX" dirty="0"/>
        </a:p>
      </dgm:t>
    </dgm:pt>
    <dgm:pt modelId="{DA4524AC-0BFC-4A46-AB6D-38D97A6F288A}" type="parTrans" cxnId="{346F94C6-B85D-5F40-B3EC-0CEE7EB269E7}">
      <dgm:prSet/>
      <dgm:spPr/>
      <dgm:t>
        <a:bodyPr/>
        <a:lstStyle/>
        <a:p>
          <a:endParaRPr lang="es-MX"/>
        </a:p>
      </dgm:t>
    </dgm:pt>
    <dgm:pt modelId="{1C4F41D7-237B-8F4C-802D-A7E7C23DAE24}" type="sibTrans" cxnId="{346F94C6-B85D-5F40-B3EC-0CEE7EB269E7}">
      <dgm:prSet/>
      <dgm:spPr/>
      <dgm:t>
        <a:bodyPr/>
        <a:lstStyle/>
        <a:p>
          <a:endParaRPr lang="es-MX"/>
        </a:p>
      </dgm:t>
    </dgm:pt>
    <dgm:pt modelId="{B15BBA23-170D-6A40-BB4B-514A75F7DB1F}" type="pres">
      <dgm:prSet presAssocID="{EF0BCF0D-67C2-3641-84BC-33A05C1C4FC8}" presName="Name0" presStyleCnt="0">
        <dgm:presLayoutVars>
          <dgm:dir/>
          <dgm:resizeHandles val="exact"/>
        </dgm:presLayoutVars>
      </dgm:prSet>
      <dgm:spPr/>
    </dgm:pt>
    <dgm:pt modelId="{E20761FB-4266-E047-B2D9-5A902166CA14}" type="pres">
      <dgm:prSet presAssocID="{0C18BA6D-ED9A-324C-90A9-AA2BB7197CAA}" presName="parTxOnly" presStyleLbl="node1" presStyleIdx="0" presStyleCnt="4" custScaleX="80922">
        <dgm:presLayoutVars>
          <dgm:bulletEnabled val="1"/>
        </dgm:presLayoutVars>
      </dgm:prSet>
      <dgm:spPr/>
    </dgm:pt>
    <dgm:pt modelId="{F18BB370-DB64-A649-8A2F-31DD67F4251D}" type="pres">
      <dgm:prSet presAssocID="{A73E9FA1-A51D-D142-A493-A95FE8C092CA}" presName="parSpace" presStyleCnt="0"/>
      <dgm:spPr/>
    </dgm:pt>
    <dgm:pt modelId="{9947D712-2729-8249-86C0-43B017292854}" type="pres">
      <dgm:prSet presAssocID="{56F31D29-CDCD-6243-900E-69D2CC93D089}" presName="parTxOnly" presStyleLbl="node1" presStyleIdx="1" presStyleCnt="4">
        <dgm:presLayoutVars>
          <dgm:bulletEnabled val="1"/>
        </dgm:presLayoutVars>
      </dgm:prSet>
      <dgm:spPr/>
    </dgm:pt>
    <dgm:pt modelId="{2B7EEA5A-C938-8543-AA1E-B27299080329}" type="pres">
      <dgm:prSet presAssocID="{044AE01A-BFF3-AA41-800A-337760BF46DB}" presName="parSpace" presStyleCnt="0"/>
      <dgm:spPr/>
    </dgm:pt>
    <dgm:pt modelId="{458C47EB-333A-374A-8D68-26BE6E440A45}" type="pres">
      <dgm:prSet presAssocID="{F48F1815-1459-544F-AD3F-BEB835851E2F}" presName="parTxOnly" presStyleLbl="node1" presStyleIdx="2" presStyleCnt="4">
        <dgm:presLayoutVars>
          <dgm:bulletEnabled val="1"/>
        </dgm:presLayoutVars>
      </dgm:prSet>
      <dgm:spPr/>
    </dgm:pt>
    <dgm:pt modelId="{6B2E0BA7-D90D-7842-89C6-6C9BCAAC2C15}" type="pres">
      <dgm:prSet presAssocID="{DEADD54A-98F2-B342-B522-8F99721FC750}" presName="parSpace" presStyleCnt="0"/>
      <dgm:spPr/>
    </dgm:pt>
    <dgm:pt modelId="{2978B802-969E-F040-B8F4-61D1511C7DC8}" type="pres">
      <dgm:prSet presAssocID="{2A874960-3EFD-3843-8F6E-4E08B0DDD5EC}" presName="parTxOnly" presStyleLbl="node1" presStyleIdx="3" presStyleCnt="4">
        <dgm:presLayoutVars>
          <dgm:bulletEnabled val="1"/>
        </dgm:presLayoutVars>
      </dgm:prSet>
      <dgm:spPr/>
    </dgm:pt>
  </dgm:ptLst>
  <dgm:cxnLst>
    <dgm:cxn modelId="{CAC20E29-98DD-D942-A9FA-B5CE9593E168}" type="presOf" srcId="{EF0BCF0D-67C2-3641-84BC-33A05C1C4FC8}" destId="{B15BBA23-170D-6A40-BB4B-514A75F7DB1F}" srcOrd="0" destOrd="0" presId="urn:microsoft.com/office/officeart/2005/8/layout/hChevron3"/>
    <dgm:cxn modelId="{97BFE439-96B2-F048-B80A-937B26B2483F}" type="presOf" srcId="{56F31D29-CDCD-6243-900E-69D2CC93D089}" destId="{9947D712-2729-8249-86C0-43B017292854}" srcOrd="0" destOrd="0" presId="urn:microsoft.com/office/officeart/2005/8/layout/hChevron3"/>
    <dgm:cxn modelId="{5B20D695-4D7D-9A4E-B296-78F573B64B3E}" type="presOf" srcId="{0C18BA6D-ED9A-324C-90A9-AA2BB7197CAA}" destId="{E20761FB-4266-E047-B2D9-5A902166CA14}" srcOrd="0" destOrd="0" presId="urn:microsoft.com/office/officeart/2005/8/layout/hChevron3"/>
    <dgm:cxn modelId="{6B0DEE9B-832A-AF40-B28D-119CD176980D}" srcId="{EF0BCF0D-67C2-3641-84BC-33A05C1C4FC8}" destId="{0C18BA6D-ED9A-324C-90A9-AA2BB7197CAA}" srcOrd="0" destOrd="0" parTransId="{3338374C-A238-3441-BB0E-4738DF3A006C}" sibTransId="{A73E9FA1-A51D-D142-A493-A95FE8C092CA}"/>
    <dgm:cxn modelId="{E8CF97A4-D1DF-3C46-A585-977CE3956FC2}" srcId="{EF0BCF0D-67C2-3641-84BC-33A05C1C4FC8}" destId="{F48F1815-1459-544F-AD3F-BEB835851E2F}" srcOrd="2" destOrd="0" parTransId="{BD273E4E-33FB-5145-B04A-EE5CF3F60D5C}" sibTransId="{DEADD54A-98F2-B342-B522-8F99721FC750}"/>
    <dgm:cxn modelId="{521828B4-6692-C044-BE3B-E7DD03751748}" type="presOf" srcId="{2A874960-3EFD-3843-8F6E-4E08B0DDD5EC}" destId="{2978B802-969E-F040-B8F4-61D1511C7DC8}" srcOrd="0" destOrd="0" presId="urn:microsoft.com/office/officeart/2005/8/layout/hChevron3"/>
    <dgm:cxn modelId="{06105FB5-1116-B248-8311-076CC0DD5CED}" type="presOf" srcId="{F48F1815-1459-544F-AD3F-BEB835851E2F}" destId="{458C47EB-333A-374A-8D68-26BE6E440A45}" srcOrd="0" destOrd="0" presId="urn:microsoft.com/office/officeart/2005/8/layout/hChevron3"/>
    <dgm:cxn modelId="{346F94C6-B85D-5F40-B3EC-0CEE7EB269E7}" srcId="{EF0BCF0D-67C2-3641-84BC-33A05C1C4FC8}" destId="{2A874960-3EFD-3843-8F6E-4E08B0DDD5EC}" srcOrd="3" destOrd="0" parTransId="{DA4524AC-0BFC-4A46-AB6D-38D97A6F288A}" sibTransId="{1C4F41D7-237B-8F4C-802D-A7E7C23DAE24}"/>
    <dgm:cxn modelId="{EDBA93E6-A4C6-7A44-8073-69C135AF663E}" srcId="{EF0BCF0D-67C2-3641-84BC-33A05C1C4FC8}" destId="{56F31D29-CDCD-6243-900E-69D2CC93D089}" srcOrd="1" destOrd="0" parTransId="{5C279E55-AA3F-4242-B18A-58EE60658AA1}" sibTransId="{044AE01A-BFF3-AA41-800A-337760BF46DB}"/>
    <dgm:cxn modelId="{4F03351D-318E-BA4C-A86D-CF11CFBA23EA}" type="presParOf" srcId="{B15BBA23-170D-6A40-BB4B-514A75F7DB1F}" destId="{E20761FB-4266-E047-B2D9-5A902166CA14}" srcOrd="0" destOrd="0" presId="urn:microsoft.com/office/officeart/2005/8/layout/hChevron3"/>
    <dgm:cxn modelId="{E620A8FD-2488-A949-B877-174E3A633C80}" type="presParOf" srcId="{B15BBA23-170D-6A40-BB4B-514A75F7DB1F}" destId="{F18BB370-DB64-A649-8A2F-31DD67F4251D}" srcOrd="1" destOrd="0" presId="urn:microsoft.com/office/officeart/2005/8/layout/hChevron3"/>
    <dgm:cxn modelId="{84FEEE9D-C4AE-B343-8774-66AB2FB494F6}" type="presParOf" srcId="{B15BBA23-170D-6A40-BB4B-514A75F7DB1F}" destId="{9947D712-2729-8249-86C0-43B017292854}" srcOrd="2" destOrd="0" presId="urn:microsoft.com/office/officeart/2005/8/layout/hChevron3"/>
    <dgm:cxn modelId="{0655D208-E660-D54D-9A09-98345C7E91C5}" type="presParOf" srcId="{B15BBA23-170D-6A40-BB4B-514A75F7DB1F}" destId="{2B7EEA5A-C938-8543-AA1E-B27299080329}" srcOrd="3" destOrd="0" presId="urn:microsoft.com/office/officeart/2005/8/layout/hChevron3"/>
    <dgm:cxn modelId="{102B7AC4-6E5B-ED42-898A-456C4E631F8C}" type="presParOf" srcId="{B15BBA23-170D-6A40-BB4B-514A75F7DB1F}" destId="{458C47EB-333A-374A-8D68-26BE6E440A45}" srcOrd="4" destOrd="0" presId="urn:microsoft.com/office/officeart/2005/8/layout/hChevron3"/>
    <dgm:cxn modelId="{06F339C6-B190-F444-9757-F77320968CB8}" type="presParOf" srcId="{B15BBA23-170D-6A40-BB4B-514A75F7DB1F}" destId="{6B2E0BA7-D90D-7842-89C6-6C9BCAAC2C15}" srcOrd="5" destOrd="0" presId="urn:microsoft.com/office/officeart/2005/8/layout/hChevron3"/>
    <dgm:cxn modelId="{134E551F-C4CD-9741-9972-247027A76A81}" type="presParOf" srcId="{B15BBA23-170D-6A40-BB4B-514A75F7DB1F}" destId="{2978B802-969E-F040-B8F4-61D1511C7DC8}"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5BC5CC-27E5-3148-A3F1-E4ED56ED35E0}" type="doc">
      <dgm:prSet loTypeId="urn:microsoft.com/office/officeart/2008/layout/VerticalCurvedList" loCatId="" qsTypeId="urn:microsoft.com/office/officeart/2005/8/quickstyle/simple1" qsCatId="simple" csTypeId="urn:microsoft.com/office/officeart/2005/8/colors/accent1_2" csCatId="accent1" phldr="1"/>
      <dgm:spPr/>
      <dgm:t>
        <a:bodyPr/>
        <a:lstStyle/>
        <a:p>
          <a:endParaRPr lang="es-MX"/>
        </a:p>
      </dgm:t>
    </dgm:pt>
    <dgm:pt modelId="{7A24C4E7-76BC-B641-9BCF-09A0157B7A92}">
      <dgm:prSet phldrT="[Texto]"/>
      <dgm:spPr/>
      <dgm:t>
        <a:bodyPr/>
        <a:lstStyle/>
        <a:p>
          <a:r>
            <a:rPr lang="es-MX" dirty="0"/>
            <a:t>31 Tablas en 2 esquemas</a:t>
          </a:r>
        </a:p>
      </dgm:t>
    </dgm:pt>
    <dgm:pt modelId="{22FB5737-FF97-E242-AF05-EAB61975CFAF}" type="parTrans" cxnId="{E16D2CD4-F60B-A747-B71C-9CAF42AF8F66}">
      <dgm:prSet/>
      <dgm:spPr/>
      <dgm:t>
        <a:bodyPr/>
        <a:lstStyle/>
        <a:p>
          <a:endParaRPr lang="es-MX"/>
        </a:p>
      </dgm:t>
    </dgm:pt>
    <dgm:pt modelId="{BBCA97ED-1288-C144-9FC0-B07F5E521991}" type="sibTrans" cxnId="{E16D2CD4-F60B-A747-B71C-9CAF42AF8F66}">
      <dgm:prSet/>
      <dgm:spPr/>
      <dgm:t>
        <a:bodyPr/>
        <a:lstStyle/>
        <a:p>
          <a:endParaRPr lang="es-MX"/>
        </a:p>
      </dgm:t>
    </dgm:pt>
    <dgm:pt modelId="{49FC360B-ED91-6646-A2E1-5DA3B9F1E65E}">
      <dgm:prSet phldrT="[Texto]"/>
      <dgm:spPr/>
      <dgm:t>
        <a:bodyPr/>
        <a:lstStyle/>
        <a:p>
          <a:r>
            <a:rPr lang="es-MX" dirty="0"/>
            <a:t>60 relaciones (Foreign Keys)</a:t>
          </a:r>
        </a:p>
      </dgm:t>
    </dgm:pt>
    <dgm:pt modelId="{A7521701-14F8-074F-A7F1-5CFA83FDA5BA}" type="parTrans" cxnId="{DBB76E21-CAEE-6745-9067-AB7CC3ABE1B7}">
      <dgm:prSet/>
      <dgm:spPr/>
      <dgm:t>
        <a:bodyPr/>
        <a:lstStyle/>
        <a:p>
          <a:endParaRPr lang="es-MX"/>
        </a:p>
      </dgm:t>
    </dgm:pt>
    <dgm:pt modelId="{4AFEFA34-EB80-C74C-9E4C-693571A55D66}" type="sibTrans" cxnId="{DBB76E21-CAEE-6745-9067-AB7CC3ABE1B7}">
      <dgm:prSet/>
      <dgm:spPr/>
      <dgm:t>
        <a:bodyPr/>
        <a:lstStyle/>
        <a:p>
          <a:endParaRPr lang="es-MX"/>
        </a:p>
      </dgm:t>
    </dgm:pt>
    <dgm:pt modelId="{0AAE5721-4206-4645-866E-528325E41559}">
      <dgm:prSet phldrT="[Texto]"/>
      <dgm:spPr/>
      <dgm:t>
        <a:bodyPr/>
        <a:lstStyle/>
        <a:p>
          <a:r>
            <a:rPr lang="es-MX" dirty="0"/>
            <a:t>60+ índices de optimización</a:t>
          </a:r>
        </a:p>
      </dgm:t>
    </dgm:pt>
    <dgm:pt modelId="{57FC6EC8-BA3A-4448-9E51-5D5E92BF5604}" type="parTrans" cxnId="{A8DCA0A7-4765-8840-8769-DA66DA56115D}">
      <dgm:prSet/>
      <dgm:spPr/>
      <dgm:t>
        <a:bodyPr/>
        <a:lstStyle/>
        <a:p>
          <a:endParaRPr lang="es-MX"/>
        </a:p>
      </dgm:t>
    </dgm:pt>
    <dgm:pt modelId="{6362AD21-4AEF-7F41-8672-185381853C2B}" type="sibTrans" cxnId="{A8DCA0A7-4765-8840-8769-DA66DA56115D}">
      <dgm:prSet/>
      <dgm:spPr/>
      <dgm:t>
        <a:bodyPr/>
        <a:lstStyle/>
        <a:p>
          <a:endParaRPr lang="es-MX"/>
        </a:p>
      </dgm:t>
    </dgm:pt>
    <dgm:pt modelId="{A1C2FBD6-0334-D74F-9804-5FBF6035F51C}">
      <dgm:prSet phldrT="[Texto]"/>
      <dgm:spPr/>
      <dgm:t>
        <a:bodyPr/>
        <a:lstStyle/>
        <a:p>
          <a:r>
            <a:rPr lang="es-MX" dirty="0"/>
            <a:t>15 triggers de automatización</a:t>
          </a:r>
        </a:p>
      </dgm:t>
    </dgm:pt>
    <dgm:pt modelId="{6021C90C-B325-0144-AAF8-46C63DB7E5F9}" type="parTrans" cxnId="{64259B7F-AB05-C14E-9F19-5E498904EEC1}">
      <dgm:prSet/>
      <dgm:spPr/>
      <dgm:t>
        <a:bodyPr/>
        <a:lstStyle/>
        <a:p>
          <a:endParaRPr lang="es-MX"/>
        </a:p>
      </dgm:t>
    </dgm:pt>
    <dgm:pt modelId="{D707E7A1-E553-264F-8EA0-A8AD3EEF44BB}" type="sibTrans" cxnId="{64259B7F-AB05-C14E-9F19-5E498904EEC1}">
      <dgm:prSet/>
      <dgm:spPr/>
      <dgm:t>
        <a:bodyPr/>
        <a:lstStyle/>
        <a:p>
          <a:endParaRPr lang="es-MX"/>
        </a:p>
      </dgm:t>
    </dgm:pt>
    <dgm:pt modelId="{E4F190F1-D42E-D243-AE66-EE5A4F15C470}">
      <dgm:prSet phldrT="[Texto]"/>
      <dgm:spPr/>
      <dgm:t>
        <a:bodyPr/>
        <a:lstStyle/>
        <a:p>
          <a:r>
            <a:rPr lang="es-MX"/>
            <a:t>7 módulos principales de funcionalidades</a:t>
          </a:r>
          <a:endParaRPr lang="es-MX" dirty="0"/>
        </a:p>
      </dgm:t>
    </dgm:pt>
    <dgm:pt modelId="{60B29D5D-B584-624C-88E6-F861B145F12C}" type="parTrans" cxnId="{8C5C01A4-99F4-A34D-824D-11BB515CD50A}">
      <dgm:prSet/>
      <dgm:spPr/>
      <dgm:t>
        <a:bodyPr/>
        <a:lstStyle/>
        <a:p>
          <a:endParaRPr lang="es-MX"/>
        </a:p>
      </dgm:t>
    </dgm:pt>
    <dgm:pt modelId="{45BB2527-D4F0-6C4F-9801-5B3014960BD9}" type="sibTrans" cxnId="{8C5C01A4-99F4-A34D-824D-11BB515CD50A}">
      <dgm:prSet/>
      <dgm:spPr/>
      <dgm:t>
        <a:bodyPr/>
        <a:lstStyle/>
        <a:p>
          <a:endParaRPr lang="es-MX"/>
        </a:p>
      </dgm:t>
    </dgm:pt>
    <dgm:pt modelId="{09D0FD51-55D8-0643-A673-ADC422F6FB3E}" type="pres">
      <dgm:prSet presAssocID="{2A5BC5CC-27E5-3148-A3F1-E4ED56ED35E0}" presName="Name0" presStyleCnt="0">
        <dgm:presLayoutVars>
          <dgm:chMax val="7"/>
          <dgm:chPref val="7"/>
          <dgm:dir/>
        </dgm:presLayoutVars>
      </dgm:prSet>
      <dgm:spPr/>
    </dgm:pt>
    <dgm:pt modelId="{E469B8E7-6C7D-4746-949E-35FBD4D894CA}" type="pres">
      <dgm:prSet presAssocID="{2A5BC5CC-27E5-3148-A3F1-E4ED56ED35E0}" presName="Name1" presStyleCnt="0"/>
      <dgm:spPr/>
    </dgm:pt>
    <dgm:pt modelId="{4F4F1FF0-CED8-164E-8666-6F88CE0E06A0}" type="pres">
      <dgm:prSet presAssocID="{2A5BC5CC-27E5-3148-A3F1-E4ED56ED35E0}" presName="cycle" presStyleCnt="0"/>
      <dgm:spPr/>
    </dgm:pt>
    <dgm:pt modelId="{1B0DEDD3-1D13-AA43-9891-1266B4CF3316}" type="pres">
      <dgm:prSet presAssocID="{2A5BC5CC-27E5-3148-A3F1-E4ED56ED35E0}" presName="srcNode" presStyleLbl="node1" presStyleIdx="0" presStyleCnt="5"/>
      <dgm:spPr/>
    </dgm:pt>
    <dgm:pt modelId="{777C2515-B7CC-694F-8023-8C962C1F279F}" type="pres">
      <dgm:prSet presAssocID="{2A5BC5CC-27E5-3148-A3F1-E4ED56ED35E0}" presName="conn" presStyleLbl="parChTrans1D2" presStyleIdx="0" presStyleCnt="1"/>
      <dgm:spPr/>
    </dgm:pt>
    <dgm:pt modelId="{D6D27A10-84B3-0149-8A8C-18699575A7E2}" type="pres">
      <dgm:prSet presAssocID="{2A5BC5CC-27E5-3148-A3F1-E4ED56ED35E0}" presName="extraNode" presStyleLbl="node1" presStyleIdx="0" presStyleCnt="5"/>
      <dgm:spPr/>
    </dgm:pt>
    <dgm:pt modelId="{C03BE0C7-BFB0-3A42-8233-110676CD2DA9}" type="pres">
      <dgm:prSet presAssocID="{2A5BC5CC-27E5-3148-A3F1-E4ED56ED35E0}" presName="dstNode" presStyleLbl="node1" presStyleIdx="0" presStyleCnt="5"/>
      <dgm:spPr/>
    </dgm:pt>
    <dgm:pt modelId="{252B390C-5B4F-984C-B8FE-1EF5ACFE6FB1}" type="pres">
      <dgm:prSet presAssocID="{7A24C4E7-76BC-B641-9BCF-09A0157B7A92}" presName="text_1" presStyleLbl="node1" presStyleIdx="0" presStyleCnt="5">
        <dgm:presLayoutVars>
          <dgm:bulletEnabled val="1"/>
        </dgm:presLayoutVars>
      </dgm:prSet>
      <dgm:spPr/>
    </dgm:pt>
    <dgm:pt modelId="{37E33F35-AA8D-C947-88D7-6D5F8A6A7A44}" type="pres">
      <dgm:prSet presAssocID="{7A24C4E7-76BC-B641-9BCF-09A0157B7A92}" presName="accent_1" presStyleCnt="0"/>
      <dgm:spPr/>
    </dgm:pt>
    <dgm:pt modelId="{87585306-D191-6A44-85EE-C7D3D74382DE}" type="pres">
      <dgm:prSet presAssocID="{7A24C4E7-76BC-B641-9BCF-09A0157B7A92}" presName="accentRepeatNode" presStyleLbl="solidFgAcc1" presStyleIdx="0" presStyleCnt="5"/>
      <dgm:spPr/>
    </dgm:pt>
    <dgm:pt modelId="{C69D0475-A0F8-B74B-80F8-35D6E773038A}" type="pres">
      <dgm:prSet presAssocID="{49FC360B-ED91-6646-A2E1-5DA3B9F1E65E}" presName="text_2" presStyleLbl="node1" presStyleIdx="1" presStyleCnt="5">
        <dgm:presLayoutVars>
          <dgm:bulletEnabled val="1"/>
        </dgm:presLayoutVars>
      </dgm:prSet>
      <dgm:spPr/>
    </dgm:pt>
    <dgm:pt modelId="{53AA96C8-0326-414A-831B-099D3CA85960}" type="pres">
      <dgm:prSet presAssocID="{49FC360B-ED91-6646-A2E1-5DA3B9F1E65E}" presName="accent_2" presStyleCnt="0"/>
      <dgm:spPr/>
    </dgm:pt>
    <dgm:pt modelId="{9E28865F-2E80-D54A-928A-891CBF70355E}" type="pres">
      <dgm:prSet presAssocID="{49FC360B-ED91-6646-A2E1-5DA3B9F1E65E}" presName="accentRepeatNode" presStyleLbl="solidFgAcc1" presStyleIdx="1" presStyleCnt="5"/>
      <dgm:spPr/>
    </dgm:pt>
    <dgm:pt modelId="{DDD66B44-C008-9B40-84B3-1FFD26C976E3}" type="pres">
      <dgm:prSet presAssocID="{0AAE5721-4206-4645-866E-528325E41559}" presName="text_3" presStyleLbl="node1" presStyleIdx="2" presStyleCnt="5">
        <dgm:presLayoutVars>
          <dgm:bulletEnabled val="1"/>
        </dgm:presLayoutVars>
      </dgm:prSet>
      <dgm:spPr/>
    </dgm:pt>
    <dgm:pt modelId="{0F4C2965-A095-F94A-A0D6-C6AEA5A6AF9A}" type="pres">
      <dgm:prSet presAssocID="{0AAE5721-4206-4645-866E-528325E41559}" presName="accent_3" presStyleCnt="0"/>
      <dgm:spPr/>
    </dgm:pt>
    <dgm:pt modelId="{B7A1E139-25DF-804F-99E8-B9CFFADB1FAE}" type="pres">
      <dgm:prSet presAssocID="{0AAE5721-4206-4645-866E-528325E41559}" presName="accentRepeatNode" presStyleLbl="solidFgAcc1" presStyleIdx="2" presStyleCnt="5"/>
      <dgm:spPr/>
    </dgm:pt>
    <dgm:pt modelId="{C57BFF50-854C-3A4A-8E26-37F6454E6C64}" type="pres">
      <dgm:prSet presAssocID="{A1C2FBD6-0334-D74F-9804-5FBF6035F51C}" presName="text_4" presStyleLbl="node1" presStyleIdx="3" presStyleCnt="5">
        <dgm:presLayoutVars>
          <dgm:bulletEnabled val="1"/>
        </dgm:presLayoutVars>
      </dgm:prSet>
      <dgm:spPr/>
    </dgm:pt>
    <dgm:pt modelId="{3B71E788-B481-7F4A-9E30-6A7B8AD24405}" type="pres">
      <dgm:prSet presAssocID="{A1C2FBD6-0334-D74F-9804-5FBF6035F51C}" presName="accent_4" presStyleCnt="0"/>
      <dgm:spPr/>
    </dgm:pt>
    <dgm:pt modelId="{1A8390B3-3640-4E48-927C-D5BBD3168096}" type="pres">
      <dgm:prSet presAssocID="{A1C2FBD6-0334-D74F-9804-5FBF6035F51C}" presName="accentRepeatNode" presStyleLbl="solidFgAcc1" presStyleIdx="3" presStyleCnt="5"/>
      <dgm:spPr/>
    </dgm:pt>
    <dgm:pt modelId="{E8376755-C3FE-7742-B5C7-D8BCD9690470}" type="pres">
      <dgm:prSet presAssocID="{E4F190F1-D42E-D243-AE66-EE5A4F15C470}" presName="text_5" presStyleLbl="node1" presStyleIdx="4" presStyleCnt="5">
        <dgm:presLayoutVars>
          <dgm:bulletEnabled val="1"/>
        </dgm:presLayoutVars>
      </dgm:prSet>
      <dgm:spPr/>
    </dgm:pt>
    <dgm:pt modelId="{C95250AC-B0B6-6E4E-83FC-514EAC2B8546}" type="pres">
      <dgm:prSet presAssocID="{E4F190F1-D42E-D243-AE66-EE5A4F15C470}" presName="accent_5" presStyleCnt="0"/>
      <dgm:spPr/>
    </dgm:pt>
    <dgm:pt modelId="{269EDE9D-5AD6-024E-98B4-01105A63BB3E}" type="pres">
      <dgm:prSet presAssocID="{E4F190F1-D42E-D243-AE66-EE5A4F15C470}" presName="accentRepeatNode" presStyleLbl="solidFgAcc1" presStyleIdx="4" presStyleCnt="5"/>
      <dgm:spPr/>
    </dgm:pt>
  </dgm:ptLst>
  <dgm:cxnLst>
    <dgm:cxn modelId="{56C0B804-EEA3-6B43-A705-AA8DC69884A2}" type="presOf" srcId="{7A24C4E7-76BC-B641-9BCF-09A0157B7A92}" destId="{252B390C-5B4F-984C-B8FE-1EF5ACFE6FB1}" srcOrd="0" destOrd="0" presId="urn:microsoft.com/office/officeart/2008/layout/VerticalCurvedList"/>
    <dgm:cxn modelId="{F30EE71A-589E-2040-9FF8-286BDB41496B}" type="presOf" srcId="{49FC360B-ED91-6646-A2E1-5DA3B9F1E65E}" destId="{C69D0475-A0F8-B74B-80F8-35D6E773038A}" srcOrd="0" destOrd="0" presId="urn:microsoft.com/office/officeart/2008/layout/VerticalCurvedList"/>
    <dgm:cxn modelId="{DBB76E21-CAEE-6745-9067-AB7CC3ABE1B7}" srcId="{2A5BC5CC-27E5-3148-A3F1-E4ED56ED35E0}" destId="{49FC360B-ED91-6646-A2E1-5DA3B9F1E65E}" srcOrd="1" destOrd="0" parTransId="{A7521701-14F8-074F-A7F1-5CFA83FDA5BA}" sibTransId="{4AFEFA34-EB80-C74C-9E4C-693571A55D66}"/>
    <dgm:cxn modelId="{CDAF0E3E-1283-7348-A467-4D5274A462A8}" type="presOf" srcId="{A1C2FBD6-0334-D74F-9804-5FBF6035F51C}" destId="{C57BFF50-854C-3A4A-8E26-37F6454E6C64}" srcOrd="0" destOrd="0" presId="urn:microsoft.com/office/officeart/2008/layout/VerticalCurvedList"/>
    <dgm:cxn modelId="{87693D58-CCAE-844F-B96F-80E42278C385}" type="presOf" srcId="{0AAE5721-4206-4645-866E-528325E41559}" destId="{DDD66B44-C008-9B40-84B3-1FFD26C976E3}" srcOrd="0" destOrd="0" presId="urn:microsoft.com/office/officeart/2008/layout/VerticalCurvedList"/>
    <dgm:cxn modelId="{129A5A61-6D5B-F944-802D-F3844621B8CD}" type="presOf" srcId="{E4F190F1-D42E-D243-AE66-EE5A4F15C470}" destId="{E8376755-C3FE-7742-B5C7-D8BCD9690470}" srcOrd="0" destOrd="0" presId="urn:microsoft.com/office/officeart/2008/layout/VerticalCurvedList"/>
    <dgm:cxn modelId="{64259B7F-AB05-C14E-9F19-5E498904EEC1}" srcId="{2A5BC5CC-27E5-3148-A3F1-E4ED56ED35E0}" destId="{A1C2FBD6-0334-D74F-9804-5FBF6035F51C}" srcOrd="3" destOrd="0" parTransId="{6021C90C-B325-0144-AAF8-46C63DB7E5F9}" sibTransId="{D707E7A1-E553-264F-8EA0-A8AD3EEF44BB}"/>
    <dgm:cxn modelId="{62451696-522B-A445-957B-3F5512958324}" type="presOf" srcId="{BBCA97ED-1288-C144-9FC0-B07F5E521991}" destId="{777C2515-B7CC-694F-8023-8C962C1F279F}" srcOrd="0" destOrd="0" presId="urn:microsoft.com/office/officeart/2008/layout/VerticalCurvedList"/>
    <dgm:cxn modelId="{8C5C01A4-99F4-A34D-824D-11BB515CD50A}" srcId="{2A5BC5CC-27E5-3148-A3F1-E4ED56ED35E0}" destId="{E4F190F1-D42E-D243-AE66-EE5A4F15C470}" srcOrd="4" destOrd="0" parTransId="{60B29D5D-B584-624C-88E6-F861B145F12C}" sibTransId="{45BB2527-D4F0-6C4F-9801-5B3014960BD9}"/>
    <dgm:cxn modelId="{A8DCA0A7-4765-8840-8769-DA66DA56115D}" srcId="{2A5BC5CC-27E5-3148-A3F1-E4ED56ED35E0}" destId="{0AAE5721-4206-4645-866E-528325E41559}" srcOrd="2" destOrd="0" parTransId="{57FC6EC8-BA3A-4448-9E51-5D5E92BF5604}" sibTransId="{6362AD21-4AEF-7F41-8672-185381853C2B}"/>
    <dgm:cxn modelId="{6A9FCAB7-00C4-2945-B494-16D2E7E754F8}" type="presOf" srcId="{2A5BC5CC-27E5-3148-A3F1-E4ED56ED35E0}" destId="{09D0FD51-55D8-0643-A673-ADC422F6FB3E}" srcOrd="0" destOrd="0" presId="urn:microsoft.com/office/officeart/2008/layout/VerticalCurvedList"/>
    <dgm:cxn modelId="{E16D2CD4-F60B-A747-B71C-9CAF42AF8F66}" srcId="{2A5BC5CC-27E5-3148-A3F1-E4ED56ED35E0}" destId="{7A24C4E7-76BC-B641-9BCF-09A0157B7A92}" srcOrd="0" destOrd="0" parTransId="{22FB5737-FF97-E242-AF05-EAB61975CFAF}" sibTransId="{BBCA97ED-1288-C144-9FC0-B07F5E521991}"/>
    <dgm:cxn modelId="{D0729E27-A45A-7843-BEE2-B3B81D9E1ED2}" type="presParOf" srcId="{09D0FD51-55D8-0643-A673-ADC422F6FB3E}" destId="{E469B8E7-6C7D-4746-949E-35FBD4D894CA}" srcOrd="0" destOrd="0" presId="urn:microsoft.com/office/officeart/2008/layout/VerticalCurvedList"/>
    <dgm:cxn modelId="{57631D34-BCD9-A843-8A95-BB365A2D7AD4}" type="presParOf" srcId="{E469B8E7-6C7D-4746-949E-35FBD4D894CA}" destId="{4F4F1FF0-CED8-164E-8666-6F88CE0E06A0}" srcOrd="0" destOrd="0" presId="urn:microsoft.com/office/officeart/2008/layout/VerticalCurvedList"/>
    <dgm:cxn modelId="{A99D4B5D-20EA-0049-AEE0-A8E955356D8C}" type="presParOf" srcId="{4F4F1FF0-CED8-164E-8666-6F88CE0E06A0}" destId="{1B0DEDD3-1D13-AA43-9891-1266B4CF3316}" srcOrd="0" destOrd="0" presId="urn:microsoft.com/office/officeart/2008/layout/VerticalCurvedList"/>
    <dgm:cxn modelId="{0D35D2AA-15C0-9B49-8BD6-7EFEC1A45BF9}" type="presParOf" srcId="{4F4F1FF0-CED8-164E-8666-6F88CE0E06A0}" destId="{777C2515-B7CC-694F-8023-8C962C1F279F}" srcOrd="1" destOrd="0" presId="urn:microsoft.com/office/officeart/2008/layout/VerticalCurvedList"/>
    <dgm:cxn modelId="{B34D63A2-FEBC-8142-82F1-F49FE7B6ECAF}" type="presParOf" srcId="{4F4F1FF0-CED8-164E-8666-6F88CE0E06A0}" destId="{D6D27A10-84B3-0149-8A8C-18699575A7E2}" srcOrd="2" destOrd="0" presId="urn:microsoft.com/office/officeart/2008/layout/VerticalCurvedList"/>
    <dgm:cxn modelId="{48BCFF81-CE52-0A4E-ABC4-622B73120922}" type="presParOf" srcId="{4F4F1FF0-CED8-164E-8666-6F88CE0E06A0}" destId="{C03BE0C7-BFB0-3A42-8233-110676CD2DA9}" srcOrd="3" destOrd="0" presId="urn:microsoft.com/office/officeart/2008/layout/VerticalCurvedList"/>
    <dgm:cxn modelId="{232AD48F-6F5F-2448-A38D-0C54CFEBE4A0}" type="presParOf" srcId="{E469B8E7-6C7D-4746-949E-35FBD4D894CA}" destId="{252B390C-5B4F-984C-B8FE-1EF5ACFE6FB1}" srcOrd="1" destOrd="0" presId="urn:microsoft.com/office/officeart/2008/layout/VerticalCurvedList"/>
    <dgm:cxn modelId="{685D7599-A9D1-9946-A217-3B51C45320E5}" type="presParOf" srcId="{E469B8E7-6C7D-4746-949E-35FBD4D894CA}" destId="{37E33F35-AA8D-C947-88D7-6D5F8A6A7A44}" srcOrd="2" destOrd="0" presId="urn:microsoft.com/office/officeart/2008/layout/VerticalCurvedList"/>
    <dgm:cxn modelId="{81D02AEC-E46E-EA4F-A29A-54B211730BEC}" type="presParOf" srcId="{37E33F35-AA8D-C947-88D7-6D5F8A6A7A44}" destId="{87585306-D191-6A44-85EE-C7D3D74382DE}" srcOrd="0" destOrd="0" presId="urn:microsoft.com/office/officeart/2008/layout/VerticalCurvedList"/>
    <dgm:cxn modelId="{2D472B8E-1745-0A49-A34F-9C0CBCAFEDB5}" type="presParOf" srcId="{E469B8E7-6C7D-4746-949E-35FBD4D894CA}" destId="{C69D0475-A0F8-B74B-80F8-35D6E773038A}" srcOrd="3" destOrd="0" presId="urn:microsoft.com/office/officeart/2008/layout/VerticalCurvedList"/>
    <dgm:cxn modelId="{101913DA-CFC2-274A-8D51-493CD2C70E00}" type="presParOf" srcId="{E469B8E7-6C7D-4746-949E-35FBD4D894CA}" destId="{53AA96C8-0326-414A-831B-099D3CA85960}" srcOrd="4" destOrd="0" presId="urn:microsoft.com/office/officeart/2008/layout/VerticalCurvedList"/>
    <dgm:cxn modelId="{F723914D-DBB4-4746-8BDC-681D2A36EE10}" type="presParOf" srcId="{53AA96C8-0326-414A-831B-099D3CA85960}" destId="{9E28865F-2E80-D54A-928A-891CBF70355E}" srcOrd="0" destOrd="0" presId="urn:microsoft.com/office/officeart/2008/layout/VerticalCurvedList"/>
    <dgm:cxn modelId="{2FC0762F-931F-D94A-B11E-CD4660477DCD}" type="presParOf" srcId="{E469B8E7-6C7D-4746-949E-35FBD4D894CA}" destId="{DDD66B44-C008-9B40-84B3-1FFD26C976E3}" srcOrd="5" destOrd="0" presId="urn:microsoft.com/office/officeart/2008/layout/VerticalCurvedList"/>
    <dgm:cxn modelId="{2BD16BF0-8B5C-0948-A16A-AC2D13A992D8}" type="presParOf" srcId="{E469B8E7-6C7D-4746-949E-35FBD4D894CA}" destId="{0F4C2965-A095-F94A-A0D6-C6AEA5A6AF9A}" srcOrd="6" destOrd="0" presId="urn:microsoft.com/office/officeart/2008/layout/VerticalCurvedList"/>
    <dgm:cxn modelId="{CE31C5D0-F065-2848-B04F-A5A3472D2332}" type="presParOf" srcId="{0F4C2965-A095-F94A-A0D6-C6AEA5A6AF9A}" destId="{B7A1E139-25DF-804F-99E8-B9CFFADB1FAE}" srcOrd="0" destOrd="0" presId="urn:microsoft.com/office/officeart/2008/layout/VerticalCurvedList"/>
    <dgm:cxn modelId="{9C22E566-D42E-0041-BCEE-F176AA637BAB}" type="presParOf" srcId="{E469B8E7-6C7D-4746-949E-35FBD4D894CA}" destId="{C57BFF50-854C-3A4A-8E26-37F6454E6C64}" srcOrd="7" destOrd="0" presId="urn:microsoft.com/office/officeart/2008/layout/VerticalCurvedList"/>
    <dgm:cxn modelId="{CF854948-3F40-3E47-A22E-1E99AE356745}" type="presParOf" srcId="{E469B8E7-6C7D-4746-949E-35FBD4D894CA}" destId="{3B71E788-B481-7F4A-9E30-6A7B8AD24405}" srcOrd="8" destOrd="0" presId="urn:microsoft.com/office/officeart/2008/layout/VerticalCurvedList"/>
    <dgm:cxn modelId="{228E1226-0E7C-E34F-9F03-6467E9B89378}" type="presParOf" srcId="{3B71E788-B481-7F4A-9E30-6A7B8AD24405}" destId="{1A8390B3-3640-4E48-927C-D5BBD3168096}" srcOrd="0" destOrd="0" presId="urn:microsoft.com/office/officeart/2008/layout/VerticalCurvedList"/>
    <dgm:cxn modelId="{FC6A5DBA-8FDE-234A-A929-3B406EA06551}" type="presParOf" srcId="{E469B8E7-6C7D-4746-949E-35FBD4D894CA}" destId="{E8376755-C3FE-7742-B5C7-D8BCD9690470}" srcOrd="9" destOrd="0" presId="urn:microsoft.com/office/officeart/2008/layout/VerticalCurvedList"/>
    <dgm:cxn modelId="{4BA54B8E-804F-A345-B1E7-0F782EC534B9}" type="presParOf" srcId="{E469B8E7-6C7D-4746-949E-35FBD4D894CA}" destId="{C95250AC-B0B6-6E4E-83FC-514EAC2B8546}" srcOrd="10" destOrd="0" presId="urn:microsoft.com/office/officeart/2008/layout/VerticalCurvedList"/>
    <dgm:cxn modelId="{B6176384-4415-254C-BED5-20633836B91F}" type="presParOf" srcId="{C95250AC-B0B6-6E4E-83FC-514EAC2B8546}" destId="{269EDE9D-5AD6-024E-98B4-01105A63BB3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96A2E3A-2415-B243-B0AE-E13B459D4461}" type="doc">
      <dgm:prSet loTypeId="urn:microsoft.com/office/officeart/2005/8/layout/target3" loCatId="" qsTypeId="urn:microsoft.com/office/officeart/2005/8/quickstyle/simple1" qsCatId="simple" csTypeId="urn:microsoft.com/office/officeart/2005/8/colors/accent1_2" csCatId="accent1" phldr="1"/>
      <dgm:spPr/>
      <dgm:t>
        <a:bodyPr/>
        <a:lstStyle/>
        <a:p>
          <a:endParaRPr lang="es-MX"/>
        </a:p>
      </dgm:t>
    </dgm:pt>
    <dgm:pt modelId="{719BC2E7-C1DF-6D4E-BFA3-454B26191428}">
      <dgm:prSet phldrT="[Texto]"/>
      <dgm:spPr/>
      <dgm:t>
        <a:bodyPr/>
        <a:lstStyle/>
        <a:p>
          <a:r>
            <a:rPr lang="es-MX" dirty="0"/>
            <a:t>Frontend</a:t>
          </a:r>
        </a:p>
      </dgm:t>
    </dgm:pt>
    <dgm:pt modelId="{9FE205FC-92CC-3C4F-B689-D44F3F41EE35}" type="parTrans" cxnId="{B96BAF50-8DD4-664E-B520-D6D1057DAE74}">
      <dgm:prSet/>
      <dgm:spPr/>
      <dgm:t>
        <a:bodyPr/>
        <a:lstStyle/>
        <a:p>
          <a:endParaRPr lang="es-MX"/>
        </a:p>
      </dgm:t>
    </dgm:pt>
    <dgm:pt modelId="{9B244D26-A854-2644-A880-1D4EC0D47F56}" type="sibTrans" cxnId="{B96BAF50-8DD4-664E-B520-D6D1057DAE74}">
      <dgm:prSet/>
      <dgm:spPr/>
      <dgm:t>
        <a:bodyPr/>
        <a:lstStyle/>
        <a:p>
          <a:endParaRPr lang="es-MX"/>
        </a:p>
      </dgm:t>
    </dgm:pt>
    <dgm:pt modelId="{1351D5E9-9245-3A48-AABE-2787A519F2FC}">
      <dgm:prSet phldrT="[Texto]"/>
      <dgm:spPr/>
      <dgm:t>
        <a:bodyPr/>
        <a:lstStyle/>
        <a:p>
          <a:r>
            <a:rPr lang="es-MX" dirty="0"/>
            <a:t>React.js + TypeScript</a:t>
          </a:r>
        </a:p>
      </dgm:t>
    </dgm:pt>
    <dgm:pt modelId="{842D47F0-7E83-C84D-BBB0-CFD6729F9186}" type="parTrans" cxnId="{6B4AF9CE-1697-B345-9492-BBF9DF53BDBA}">
      <dgm:prSet/>
      <dgm:spPr/>
      <dgm:t>
        <a:bodyPr/>
        <a:lstStyle/>
        <a:p>
          <a:endParaRPr lang="es-MX"/>
        </a:p>
      </dgm:t>
    </dgm:pt>
    <dgm:pt modelId="{90A1E2AF-BB28-E84E-9A1F-6440B0FE01D2}" type="sibTrans" cxnId="{6B4AF9CE-1697-B345-9492-BBF9DF53BDBA}">
      <dgm:prSet/>
      <dgm:spPr/>
      <dgm:t>
        <a:bodyPr/>
        <a:lstStyle/>
        <a:p>
          <a:endParaRPr lang="es-MX"/>
        </a:p>
      </dgm:t>
    </dgm:pt>
    <dgm:pt modelId="{ED7CA78F-23A8-024E-A92A-63C804B533F0}">
      <dgm:prSet phldrT="[Texto]"/>
      <dgm:spPr/>
      <dgm:t>
        <a:bodyPr/>
        <a:lstStyle/>
        <a:p>
          <a:r>
            <a:rPr lang="es-MX" dirty="0"/>
            <a:t>Backend</a:t>
          </a:r>
        </a:p>
      </dgm:t>
    </dgm:pt>
    <dgm:pt modelId="{7B0FD090-BB04-BD4F-A853-063E710D5744}" type="parTrans" cxnId="{1A17196D-FD38-5E40-8768-A250A16EE02E}">
      <dgm:prSet/>
      <dgm:spPr/>
      <dgm:t>
        <a:bodyPr/>
        <a:lstStyle/>
        <a:p>
          <a:endParaRPr lang="es-MX"/>
        </a:p>
      </dgm:t>
    </dgm:pt>
    <dgm:pt modelId="{D640328C-8DFF-FC42-BA38-7E23508CE427}" type="sibTrans" cxnId="{1A17196D-FD38-5E40-8768-A250A16EE02E}">
      <dgm:prSet/>
      <dgm:spPr/>
      <dgm:t>
        <a:bodyPr/>
        <a:lstStyle/>
        <a:p>
          <a:endParaRPr lang="es-MX"/>
        </a:p>
      </dgm:t>
    </dgm:pt>
    <dgm:pt modelId="{3D940E43-D985-CD4E-B1ED-1131A1A7DC64}">
      <dgm:prSet phldrT="[Texto]"/>
      <dgm:spPr/>
      <dgm:t>
        <a:bodyPr/>
        <a:lstStyle/>
        <a:p>
          <a:r>
            <a:rPr lang="es-MX" dirty="0"/>
            <a:t>Vite (build tool)</a:t>
          </a:r>
        </a:p>
      </dgm:t>
    </dgm:pt>
    <dgm:pt modelId="{75B5773E-F839-6A44-9614-16AEAFF8E932}" type="parTrans" cxnId="{2789FF8B-DC90-4B41-807C-B3990602A480}">
      <dgm:prSet/>
      <dgm:spPr/>
      <dgm:t>
        <a:bodyPr/>
        <a:lstStyle/>
        <a:p>
          <a:endParaRPr lang="es-MX"/>
        </a:p>
      </dgm:t>
    </dgm:pt>
    <dgm:pt modelId="{A3F9DB1B-F261-7044-98AA-47DAA6F26628}" type="sibTrans" cxnId="{2789FF8B-DC90-4B41-807C-B3990602A480}">
      <dgm:prSet/>
      <dgm:spPr/>
      <dgm:t>
        <a:bodyPr/>
        <a:lstStyle/>
        <a:p>
          <a:endParaRPr lang="es-MX"/>
        </a:p>
      </dgm:t>
    </dgm:pt>
    <dgm:pt modelId="{5D0B9278-0868-CA4E-AC40-593831D23F6D}">
      <dgm:prSet phldrT="[Texto]"/>
      <dgm:spPr/>
      <dgm:t>
        <a:bodyPr/>
        <a:lstStyle/>
        <a:p>
          <a:r>
            <a:rPr lang="es-MX" dirty="0"/>
            <a:t>shadcn/ui (componentes UI)</a:t>
          </a:r>
        </a:p>
      </dgm:t>
    </dgm:pt>
    <dgm:pt modelId="{D4B39B63-3729-B341-A082-AF7A5DDCF5DA}" type="parTrans" cxnId="{8B09557E-B031-884F-B121-399D1DA68307}">
      <dgm:prSet/>
      <dgm:spPr/>
      <dgm:t>
        <a:bodyPr/>
        <a:lstStyle/>
        <a:p>
          <a:endParaRPr lang="es-MX"/>
        </a:p>
      </dgm:t>
    </dgm:pt>
    <dgm:pt modelId="{EBC60C9D-0DAB-8945-AE1B-FB17C54348E6}" type="sibTrans" cxnId="{8B09557E-B031-884F-B121-399D1DA68307}">
      <dgm:prSet/>
      <dgm:spPr/>
      <dgm:t>
        <a:bodyPr/>
        <a:lstStyle/>
        <a:p>
          <a:endParaRPr lang="es-MX"/>
        </a:p>
      </dgm:t>
    </dgm:pt>
    <dgm:pt modelId="{627DA425-67A3-B84C-B5B8-722141846121}">
      <dgm:prSet phldrT="[Texto]"/>
      <dgm:spPr/>
      <dgm:t>
        <a:bodyPr/>
        <a:lstStyle/>
        <a:p>
          <a:r>
            <a:rPr lang="es-MX" dirty="0"/>
            <a:t>React Router (navegación)</a:t>
          </a:r>
        </a:p>
      </dgm:t>
    </dgm:pt>
    <dgm:pt modelId="{9AC83E7A-3B13-4A43-B506-6E32F1E7AB4D}" type="parTrans" cxnId="{CF74C110-4597-AE4B-B0DD-D6118F655E50}">
      <dgm:prSet/>
      <dgm:spPr/>
      <dgm:t>
        <a:bodyPr/>
        <a:lstStyle/>
        <a:p>
          <a:endParaRPr lang="es-MX"/>
        </a:p>
      </dgm:t>
    </dgm:pt>
    <dgm:pt modelId="{5CED1213-68FD-DE44-B454-E8ED1DEB808B}" type="sibTrans" cxnId="{CF74C110-4597-AE4B-B0DD-D6118F655E50}">
      <dgm:prSet/>
      <dgm:spPr/>
      <dgm:t>
        <a:bodyPr/>
        <a:lstStyle/>
        <a:p>
          <a:endParaRPr lang="es-MX"/>
        </a:p>
      </dgm:t>
    </dgm:pt>
    <dgm:pt modelId="{E4EB3FFE-C19C-EE41-8092-6AE8E479FEE0}">
      <dgm:prSet phldrT="[Texto]"/>
      <dgm:spPr/>
      <dgm:t>
        <a:bodyPr/>
        <a:lstStyle/>
        <a:p>
          <a:r>
            <a:rPr lang="es-MX" dirty="0"/>
            <a:t>react-hook-form + Zod (validación)</a:t>
          </a:r>
        </a:p>
      </dgm:t>
    </dgm:pt>
    <dgm:pt modelId="{841A52D0-784F-FB40-A373-9434A5FE4189}" type="parTrans" cxnId="{00D35E3F-B700-B047-ABA7-2319C48137FB}">
      <dgm:prSet/>
      <dgm:spPr/>
      <dgm:t>
        <a:bodyPr/>
        <a:lstStyle/>
        <a:p>
          <a:endParaRPr lang="es-MX"/>
        </a:p>
      </dgm:t>
    </dgm:pt>
    <dgm:pt modelId="{12AE6EB5-7A1B-E64E-BFDB-FA44880713B0}" type="sibTrans" cxnId="{00D35E3F-B700-B047-ABA7-2319C48137FB}">
      <dgm:prSet/>
      <dgm:spPr/>
      <dgm:t>
        <a:bodyPr/>
        <a:lstStyle/>
        <a:p>
          <a:endParaRPr lang="es-MX"/>
        </a:p>
      </dgm:t>
    </dgm:pt>
    <dgm:pt modelId="{EF09B095-B5C4-0F44-90E6-547A13161808}">
      <dgm:prSet phldrT="[Texto]"/>
      <dgm:spPr/>
      <dgm:t>
        <a:bodyPr/>
        <a:lstStyle/>
        <a:p>
          <a:r>
            <a:rPr lang="es-MX" dirty="0"/>
            <a:t>GitHub (control de versiones y tablero kanban)</a:t>
          </a:r>
        </a:p>
      </dgm:t>
    </dgm:pt>
    <dgm:pt modelId="{48D5C1C3-C6AB-904C-AD6A-3A0F30BFD816}" type="parTrans" cxnId="{E8BA1507-FBE9-9C4B-82C5-82604318F5E8}">
      <dgm:prSet/>
      <dgm:spPr/>
      <dgm:t>
        <a:bodyPr/>
        <a:lstStyle/>
        <a:p>
          <a:endParaRPr lang="es-MX"/>
        </a:p>
      </dgm:t>
    </dgm:pt>
    <dgm:pt modelId="{8F95E9B3-3318-324A-B429-346845CB8480}" type="sibTrans" cxnId="{E8BA1507-FBE9-9C4B-82C5-82604318F5E8}">
      <dgm:prSet/>
      <dgm:spPr/>
      <dgm:t>
        <a:bodyPr/>
        <a:lstStyle/>
        <a:p>
          <a:endParaRPr lang="es-MX"/>
        </a:p>
      </dgm:t>
    </dgm:pt>
    <dgm:pt modelId="{E723581D-1DBF-5E42-A6F0-17AF6DF42E9E}">
      <dgm:prSet phldrT="[Texto]"/>
      <dgm:spPr/>
      <dgm:t>
        <a:bodyPr/>
        <a:lstStyle/>
        <a:p>
          <a:r>
            <a:rPr lang="es-MX" dirty="0"/>
            <a:t>Visual Studio Code (desarrollo)</a:t>
          </a:r>
        </a:p>
      </dgm:t>
    </dgm:pt>
    <dgm:pt modelId="{A6FE17B7-15FD-4545-ACD2-8D3A4C7EAC83}" type="parTrans" cxnId="{E62FAC13-5504-D44D-92D3-05C425CC0227}">
      <dgm:prSet/>
      <dgm:spPr/>
      <dgm:t>
        <a:bodyPr/>
        <a:lstStyle/>
        <a:p>
          <a:endParaRPr lang="es-MX"/>
        </a:p>
      </dgm:t>
    </dgm:pt>
    <dgm:pt modelId="{BEEF3B5A-FB44-9940-B05D-F3D4966419E5}" type="sibTrans" cxnId="{E62FAC13-5504-D44D-92D3-05C425CC0227}">
      <dgm:prSet/>
      <dgm:spPr/>
      <dgm:t>
        <a:bodyPr/>
        <a:lstStyle/>
        <a:p>
          <a:endParaRPr lang="es-MX"/>
        </a:p>
      </dgm:t>
    </dgm:pt>
    <dgm:pt modelId="{351A5E69-10FB-114B-97EA-98972675DCFC}">
      <dgm:prSet phldrT="[Texto]"/>
      <dgm:spPr/>
      <dgm:t>
        <a:bodyPr/>
        <a:lstStyle/>
        <a:p>
          <a:r>
            <a:rPr lang="es-MX" dirty="0"/>
            <a:t>Herramientas</a:t>
          </a:r>
        </a:p>
      </dgm:t>
    </dgm:pt>
    <dgm:pt modelId="{F3898090-A323-F848-9FB8-4CCD7B6EA231}" type="sibTrans" cxnId="{B8345EBE-C2AE-554E-BD8B-99CB4DDBEA33}">
      <dgm:prSet/>
      <dgm:spPr/>
      <dgm:t>
        <a:bodyPr/>
        <a:lstStyle/>
        <a:p>
          <a:endParaRPr lang="es-MX"/>
        </a:p>
      </dgm:t>
    </dgm:pt>
    <dgm:pt modelId="{EDA12B06-0E3A-214C-BAE0-8A6C5AAC9656}" type="parTrans" cxnId="{B8345EBE-C2AE-554E-BD8B-99CB4DDBEA33}">
      <dgm:prSet/>
      <dgm:spPr/>
      <dgm:t>
        <a:bodyPr/>
        <a:lstStyle/>
        <a:p>
          <a:endParaRPr lang="es-MX"/>
        </a:p>
      </dgm:t>
    </dgm:pt>
    <dgm:pt modelId="{5416C0EB-232F-6545-8577-684928741EFD}">
      <dgm:prSet phldrT="[Texto]"/>
      <dgm:spPr/>
      <dgm:t>
        <a:bodyPr/>
        <a:lstStyle/>
        <a:p>
          <a:r>
            <a:rPr lang="es-MX"/>
            <a:t>Supabase + PostgreSQL (Backend &amp; Base de datos)</a:t>
          </a:r>
          <a:endParaRPr lang="es-MX" dirty="0"/>
        </a:p>
      </dgm:t>
    </dgm:pt>
    <dgm:pt modelId="{3D55442B-4CB6-024B-ABEE-F2E7B1084236}" type="parTrans" cxnId="{06682C84-987B-584C-A655-A428D965E8E4}">
      <dgm:prSet/>
      <dgm:spPr/>
      <dgm:t>
        <a:bodyPr/>
        <a:lstStyle/>
        <a:p>
          <a:endParaRPr lang="es-MX"/>
        </a:p>
      </dgm:t>
    </dgm:pt>
    <dgm:pt modelId="{A8DCDB46-31ED-0E41-A976-130D105F5E4B}" type="sibTrans" cxnId="{06682C84-987B-584C-A655-A428D965E8E4}">
      <dgm:prSet/>
      <dgm:spPr/>
      <dgm:t>
        <a:bodyPr/>
        <a:lstStyle/>
        <a:p>
          <a:endParaRPr lang="es-MX"/>
        </a:p>
      </dgm:t>
    </dgm:pt>
    <dgm:pt modelId="{1298FE74-C9C9-3C4A-9559-843671E4BC26}" type="pres">
      <dgm:prSet presAssocID="{396A2E3A-2415-B243-B0AE-E13B459D4461}" presName="Name0" presStyleCnt="0">
        <dgm:presLayoutVars>
          <dgm:chMax val="7"/>
          <dgm:dir/>
          <dgm:animLvl val="lvl"/>
          <dgm:resizeHandles val="exact"/>
        </dgm:presLayoutVars>
      </dgm:prSet>
      <dgm:spPr/>
    </dgm:pt>
    <dgm:pt modelId="{CABAF235-123A-8446-AD7E-2F280BF41B43}" type="pres">
      <dgm:prSet presAssocID="{719BC2E7-C1DF-6D4E-BFA3-454B26191428}" presName="circle1" presStyleLbl="node1" presStyleIdx="0" presStyleCnt="3"/>
      <dgm:spPr/>
    </dgm:pt>
    <dgm:pt modelId="{92FF06D7-8E23-1E47-9D41-0EC1E1587F19}" type="pres">
      <dgm:prSet presAssocID="{719BC2E7-C1DF-6D4E-BFA3-454B26191428}" presName="space" presStyleCnt="0"/>
      <dgm:spPr/>
    </dgm:pt>
    <dgm:pt modelId="{CDD46784-AD95-D44C-BE45-48259A2C827B}" type="pres">
      <dgm:prSet presAssocID="{719BC2E7-C1DF-6D4E-BFA3-454B26191428}" presName="rect1" presStyleLbl="alignAcc1" presStyleIdx="0" presStyleCnt="3"/>
      <dgm:spPr/>
    </dgm:pt>
    <dgm:pt modelId="{EF91C3EE-3062-7349-B16F-5C6392587E5C}" type="pres">
      <dgm:prSet presAssocID="{ED7CA78F-23A8-024E-A92A-63C804B533F0}" presName="vertSpace2" presStyleLbl="node1" presStyleIdx="0" presStyleCnt="3"/>
      <dgm:spPr/>
    </dgm:pt>
    <dgm:pt modelId="{53175D37-61F2-8242-B503-591253B222CE}" type="pres">
      <dgm:prSet presAssocID="{ED7CA78F-23A8-024E-A92A-63C804B533F0}" presName="circle2" presStyleLbl="node1" presStyleIdx="1" presStyleCnt="3"/>
      <dgm:spPr/>
    </dgm:pt>
    <dgm:pt modelId="{60E35F36-8206-5A43-BE47-0188F8E213E3}" type="pres">
      <dgm:prSet presAssocID="{ED7CA78F-23A8-024E-A92A-63C804B533F0}" presName="rect2" presStyleLbl="alignAcc1" presStyleIdx="1" presStyleCnt="3"/>
      <dgm:spPr/>
    </dgm:pt>
    <dgm:pt modelId="{BC02BDD1-7679-3148-9026-E980A80B07E2}" type="pres">
      <dgm:prSet presAssocID="{351A5E69-10FB-114B-97EA-98972675DCFC}" presName="vertSpace3" presStyleLbl="node1" presStyleIdx="1" presStyleCnt="3"/>
      <dgm:spPr/>
    </dgm:pt>
    <dgm:pt modelId="{903CECA6-7280-D24B-B9F9-53E3654DD580}" type="pres">
      <dgm:prSet presAssocID="{351A5E69-10FB-114B-97EA-98972675DCFC}" presName="circle3" presStyleLbl="node1" presStyleIdx="2" presStyleCnt="3"/>
      <dgm:spPr/>
    </dgm:pt>
    <dgm:pt modelId="{2BBF3D1D-4B07-CE4A-ABB7-091A79029B7A}" type="pres">
      <dgm:prSet presAssocID="{351A5E69-10FB-114B-97EA-98972675DCFC}" presName="rect3" presStyleLbl="alignAcc1" presStyleIdx="2" presStyleCnt="3"/>
      <dgm:spPr/>
    </dgm:pt>
    <dgm:pt modelId="{5E458858-0719-C346-AFF8-DB6A9C91EE75}" type="pres">
      <dgm:prSet presAssocID="{719BC2E7-C1DF-6D4E-BFA3-454B26191428}" presName="rect1ParTx" presStyleLbl="alignAcc1" presStyleIdx="2" presStyleCnt="3">
        <dgm:presLayoutVars>
          <dgm:chMax val="1"/>
          <dgm:bulletEnabled val="1"/>
        </dgm:presLayoutVars>
      </dgm:prSet>
      <dgm:spPr/>
    </dgm:pt>
    <dgm:pt modelId="{26BC7F2B-CA1F-A940-A138-36F00C9607FF}" type="pres">
      <dgm:prSet presAssocID="{719BC2E7-C1DF-6D4E-BFA3-454B26191428}" presName="rect1ChTx" presStyleLbl="alignAcc1" presStyleIdx="2" presStyleCnt="3">
        <dgm:presLayoutVars>
          <dgm:bulletEnabled val="1"/>
        </dgm:presLayoutVars>
      </dgm:prSet>
      <dgm:spPr/>
    </dgm:pt>
    <dgm:pt modelId="{261C65E3-621D-E747-9D5F-9BF11A52EF03}" type="pres">
      <dgm:prSet presAssocID="{ED7CA78F-23A8-024E-A92A-63C804B533F0}" presName="rect2ParTx" presStyleLbl="alignAcc1" presStyleIdx="2" presStyleCnt="3">
        <dgm:presLayoutVars>
          <dgm:chMax val="1"/>
          <dgm:bulletEnabled val="1"/>
        </dgm:presLayoutVars>
      </dgm:prSet>
      <dgm:spPr/>
    </dgm:pt>
    <dgm:pt modelId="{C9DE7B4C-2042-8841-84D5-3C46CD11B05E}" type="pres">
      <dgm:prSet presAssocID="{ED7CA78F-23A8-024E-A92A-63C804B533F0}" presName="rect2ChTx" presStyleLbl="alignAcc1" presStyleIdx="2" presStyleCnt="3">
        <dgm:presLayoutVars>
          <dgm:bulletEnabled val="1"/>
        </dgm:presLayoutVars>
      </dgm:prSet>
      <dgm:spPr/>
    </dgm:pt>
    <dgm:pt modelId="{F826614F-36C0-F04B-9579-607616E98465}" type="pres">
      <dgm:prSet presAssocID="{351A5E69-10FB-114B-97EA-98972675DCFC}" presName="rect3ParTx" presStyleLbl="alignAcc1" presStyleIdx="2" presStyleCnt="3">
        <dgm:presLayoutVars>
          <dgm:chMax val="1"/>
          <dgm:bulletEnabled val="1"/>
        </dgm:presLayoutVars>
      </dgm:prSet>
      <dgm:spPr/>
    </dgm:pt>
    <dgm:pt modelId="{35D3EC0D-0B94-CC40-A9FD-781AA05F9227}" type="pres">
      <dgm:prSet presAssocID="{351A5E69-10FB-114B-97EA-98972675DCFC}" presName="rect3ChTx" presStyleLbl="alignAcc1" presStyleIdx="2" presStyleCnt="3">
        <dgm:presLayoutVars>
          <dgm:bulletEnabled val="1"/>
        </dgm:presLayoutVars>
      </dgm:prSet>
      <dgm:spPr/>
    </dgm:pt>
  </dgm:ptLst>
  <dgm:cxnLst>
    <dgm:cxn modelId="{E8BA1507-FBE9-9C4B-82C5-82604318F5E8}" srcId="{351A5E69-10FB-114B-97EA-98972675DCFC}" destId="{EF09B095-B5C4-0F44-90E6-547A13161808}" srcOrd="0" destOrd="0" parTransId="{48D5C1C3-C6AB-904C-AD6A-3A0F30BFD816}" sibTransId="{8F95E9B3-3318-324A-B429-346845CB8480}"/>
    <dgm:cxn modelId="{2443F40D-AE70-694A-A73C-E38B5308FD2A}" type="presOf" srcId="{1351D5E9-9245-3A48-AABE-2787A519F2FC}" destId="{26BC7F2B-CA1F-A940-A138-36F00C9607FF}" srcOrd="0" destOrd="0" presId="urn:microsoft.com/office/officeart/2005/8/layout/target3"/>
    <dgm:cxn modelId="{CF74C110-4597-AE4B-B0DD-D6118F655E50}" srcId="{719BC2E7-C1DF-6D4E-BFA3-454B26191428}" destId="{627DA425-67A3-B84C-B5B8-722141846121}" srcOrd="3" destOrd="0" parTransId="{9AC83E7A-3B13-4A43-B506-6E32F1E7AB4D}" sibTransId="{5CED1213-68FD-DE44-B454-E8ED1DEB808B}"/>
    <dgm:cxn modelId="{E62FAC13-5504-D44D-92D3-05C425CC0227}" srcId="{351A5E69-10FB-114B-97EA-98972675DCFC}" destId="{E723581D-1DBF-5E42-A6F0-17AF6DF42E9E}" srcOrd="1" destOrd="0" parTransId="{A6FE17B7-15FD-4545-ACD2-8D3A4C7EAC83}" sibTransId="{BEEF3B5A-FB44-9940-B05D-F3D4966419E5}"/>
    <dgm:cxn modelId="{4AC6911B-34A0-5545-A0BD-7BEAEAB68CA4}" type="presOf" srcId="{5D0B9278-0868-CA4E-AC40-593831D23F6D}" destId="{26BC7F2B-CA1F-A940-A138-36F00C9607FF}" srcOrd="0" destOrd="2" presId="urn:microsoft.com/office/officeart/2005/8/layout/target3"/>
    <dgm:cxn modelId="{134CE82E-4B60-A34B-954B-6B246DAF8D48}" type="presOf" srcId="{E4EB3FFE-C19C-EE41-8092-6AE8E479FEE0}" destId="{26BC7F2B-CA1F-A940-A138-36F00C9607FF}" srcOrd="0" destOrd="4" presId="urn:microsoft.com/office/officeart/2005/8/layout/target3"/>
    <dgm:cxn modelId="{671C9337-3B25-B84E-B9B5-F521BAFEF8A5}" type="presOf" srcId="{351A5E69-10FB-114B-97EA-98972675DCFC}" destId="{2BBF3D1D-4B07-CE4A-ABB7-091A79029B7A}" srcOrd="0" destOrd="0" presId="urn:microsoft.com/office/officeart/2005/8/layout/target3"/>
    <dgm:cxn modelId="{00D35E3F-B700-B047-ABA7-2319C48137FB}" srcId="{719BC2E7-C1DF-6D4E-BFA3-454B26191428}" destId="{E4EB3FFE-C19C-EE41-8092-6AE8E479FEE0}" srcOrd="4" destOrd="0" parTransId="{841A52D0-784F-FB40-A373-9434A5FE4189}" sibTransId="{12AE6EB5-7A1B-E64E-BFDB-FA44880713B0}"/>
    <dgm:cxn modelId="{B96BAF50-8DD4-664E-B520-D6D1057DAE74}" srcId="{396A2E3A-2415-B243-B0AE-E13B459D4461}" destId="{719BC2E7-C1DF-6D4E-BFA3-454B26191428}" srcOrd="0" destOrd="0" parTransId="{9FE205FC-92CC-3C4F-B689-D44F3F41EE35}" sibTransId="{9B244D26-A854-2644-A880-1D4EC0D47F56}"/>
    <dgm:cxn modelId="{8DC51761-7E55-9B47-A167-633DDC701329}" type="presOf" srcId="{E723581D-1DBF-5E42-A6F0-17AF6DF42E9E}" destId="{35D3EC0D-0B94-CC40-A9FD-781AA05F9227}" srcOrd="0" destOrd="1" presId="urn:microsoft.com/office/officeart/2005/8/layout/target3"/>
    <dgm:cxn modelId="{8350DC63-E33E-494D-95B2-F1624DFD524C}" type="presOf" srcId="{EF09B095-B5C4-0F44-90E6-547A13161808}" destId="{35D3EC0D-0B94-CC40-A9FD-781AA05F9227}" srcOrd="0" destOrd="0" presId="urn:microsoft.com/office/officeart/2005/8/layout/target3"/>
    <dgm:cxn modelId="{ED677D64-F2EC-5847-9FA6-1418E2691FF6}" type="presOf" srcId="{627DA425-67A3-B84C-B5B8-722141846121}" destId="{26BC7F2B-CA1F-A940-A138-36F00C9607FF}" srcOrd="0" destOrd="3" presId="urn:microsoft.com/office/officeart/2005/8/layout/target3"/>
    <dgm:cxn modelId="{8D71186D-AF00-5E41-AFE3-AACF972CA7F0}" type="presOf" srcId="{3D940E43-D985-CD4E-B1ED-1131A1A7DC64}" destId="{26BC7F2B-CA1F-A940-A138-36F00C9607FF}" srcOrd="0" destOrd="1" presId="urn:microsoft.com/office/officeart/2005/8/layout/target3"/>
    <dgm:cxn modelId="{1A17196D-FD38-5E40-8768-A250A16EE02E}" srcId="{396A2E3A-2415-B243-B0AE-E13B459D4461}" destId="{ED7CA78F-23A8-024E-A92A-63C804B533F0}" srcOrd="1" destOrd="0" parTransId="{7B0FD090-BB04-BD4F-A853-063E710D5744}" sibTransId="{D640328C-8DFF-FC42-BA38-7E23508CE427}"/>
    <dgm:cxn modelId="{169C1F6D-4873-9A46-8600-0B262EFF44B4}" type="presOf" srcId="{ED7CA78F-23A8-024E-A92A-63C804B533F0}" destId="{261C65E3-621D-E747-9D5F-9BF11A52EF03}" srcOrd="1" destOrd="0" presId="urn:microsoft.com/office/officeart/2005/8/layout/target3"/>
    <dgm:cxn modelId="{8B09557E-B031-884F-B121-399D1DA68307}" srcId="{719BC2E7-C1DF-6D4E-BFA3-454B26191428}" destId="{5D0B9278-0868-CA4E-AC40-593831D23F6D}" srcOrd="2" destOrd="0" parTransId="{D4B39B63-3729-B341-A082-AF7A5DDCF5DA}" sibTransId="{EBC60C9D-0DAB-8945-AE1B-FB17C54348E6}"/>
    <dgm:cxn modelId="{06682C84-987B-584C-A655-A428D965E8E4}" srcId="{ED7CA78F-23A8-024E-A92A-63C804B533F0}" destId="{5416C0EB-232F-6545-8577-684928741EFD}" srcOrd="0" destOrd="0" parTransId="{3D55442B-4CB6-024B-ABEE-F2E7B1084236}" sibTransId="{A8DCDB46-31ED-0E41-A976-130D105F5E4B}"/>
    <dgm:cxn modelId="{2789FF8B-DC90-4B41-807C-B3990602A480}" srcId="{719BC2E7-C1DF-6D4E-BFA3-454B26191428}" destId="{3D940E43-D985-CD4E-B1ED-1131A1A7DC64}" srcOrd="1" destOrd="0" parTransId="{75B5773E-F839-6A44-9614-16AEAFF8E932}" sibTransId="{A3F9DB1B-F261-7044-98AA-47DAA6F26628}"/>
    <dgm:cxn modelId="{86E3A79A-9517-6D46-B873-B0ED14168D33}" type="presOf" srcId="{719BC2E7-C1DF-6D4E-BFA3-454B26191428}" destId="{5E458858-0719-C346-AFF8-DB6A9C91EE75}" srcOrd="1" destOrd="0" presId="urn:microsoft.com/office/officeart/2005/8/layout/target3"/>
    <dgm:cxn modelId="{150A689C-E5DD-F843-A14D-023EEAAEDD72}" type="presOf" srcId="{5416C0EB-232F-6545-8577-684928741EFD}" destId="{C9DE7B4C-2042-8841-84D5-3C46CD11B05E}" srcOrd="0" destOrd="0" presId="urn:microsoft.com/office/officeart/2005/8/layout/target3"/>
    <dgm:cxn modelId="{F21AD6A0-9193-A140-AF15-C0E161B0B716}" type="presOf" srcId="{351A5E69-10FB-114B-97EA-98972675DCFC}" destId="{F826614F-36C0-F04B-9579-607616E98465}" srcOrd="1" destOrd="0" presId="urn:microsoft.com/office/officeart/2005/8/layout/target3"/>
    <dgm:cxn modelId="{B8345EBE-C2AE-554E-BD8B-99CB4DDBEA33}" srcId="{396A2E3A-2415-B243-B0AE-E13B459D4461}" destId="{351A5E69-10FB-114B-97EA-98972675DCFC}" srcOrd="2" destOrd="0" parTransId="{EDA12B06-0E3A-214C-BAE0-8A6C5AAC9656}" sibTransId="{F3898090-A323-F848-9FB8-4CCD7B6EA231}"/>
    <dgm:cxn modelId="{6B4AF9CE-1697-B345-9492-BBF9DF53BDBA}" srcId="{719BC2E7-C1DF-6D4E-BFA3-454B26191428}" destId="{1351D5E9-9245-3A48-AABE-2787A519F2FC}" srcOrd="0" destOrd="0" parTransId="{842D47F0-7E83-C84D-BBB0-CFD6729F9186}" sibTransId="{90A1E2AF-BB28-E84E-9A1F-6440B0FE01D2}"/>
    <dgm:cxn modelId="{7F66E0D6-CBC7-644E-A537-42B634747D07}" type="presOf" srcId="{396A2E3A-2415-B243-B0AE-E13B459D4461}" destId="{1298FE74-C9C9-3C4A-9559-843671E4BC26}" srcOrd="0" destOrd="0" presId="urn:microsoft.com/office/officeart/2005/8/layout/target3"/>
    <dgm:cxn modelId="{6C5077E8-9023-E442-9C4A-6293EA57F980}" type="presOf" srcId="{ED7CA78F-23A8-024E-A92A-63C804B533F0}" destId="{60E35F36-8206-5A43-BE47-0188F8E213E3}" srcOrd="0" destOrd="0" presId="urn:microsoft.com/office/officeart/2005/8/layout/target3"/>
    <dgm:cxn modelId="{09ACEBFD-8026-284E-A6D2-EAFE96D5431D}" type="presOf" srcId="{719BC2E7-C1DF-6D4E-BFA3-454B26191428}" destId="{CDD46784-AD95-D44C-BE45-48259A2C827B}" srcOrd="0" destOrd="0" presId="urn:microsoft.com/office/officeart/2005/8/layout/target3"/>
    <dgm:cxn modelId="{43C0727F-75DF-C14F-BCB5-454A8C9F848F}" type="presParOf" srcId="{1298FE74-C9C9-3C4A-9559-843671E4BC26}" destId="{CABAF235-123A-8446-AD7E-2F280BF41B43}" srcOrd="0" destOrd="0" presId="urn:microsoft.com/office/officeart/2005/8/layout/target3"/>
    <dgm:cxn modelId="{E595C8BC-073A-8845-A9F7-58D840FC57EB}" type="presParOf" srcId="{1298FE74-C9C9-3C4A-9559-843671E4BC26}" destId="{92FF06D7-8E23-1E47-9D41-0EC1E1587F19}" srcOrd="1" destOrd="0" presId="urn:microsoft.com/office/officeart/2005/8/layout/target3"/>
    <dgm:cxn modelId="{7470BA8D-2C48-F247-85D5-11F653E30441}" type="presParOf" srcId="{1298FE74-C9C9-3C4A-9559-843671E4BC26}" destId="{CDD46784-AD95-D44C-BE45-48259A2C827B}" srcOrd="2" destOrd="0" presId="urn:microsoft.com/office/officeart/2005/8/layout/target3"/>
    <dgm:cxn modelId="{B18FEF14-586F-1447-8DB5-E57E44DDE116}" type="presParOf" srcId="{1298FE74-C9C9-3C4A-9559-843671E4BC26}" destId="{EF91C3EE-3062-7349-B16F-5C6392587E5C}" srcOrd="3" destOrd="0" presId="urn:microsoft.com/office/officeart/2005/8/layout/target3"/>
    <dgm:cxn modelId="{638AA897-163B-854C-847D-5ED4FD1B8D93}" type="presParOf" srcId="{1298FE74-C9C9-3C4A-9559-843671E4BC26}" destId="{53175D37-61F2-8242-B503-591253B222CE}" srcOrd="4" destOrd="0" presId="urn:microsoft.com/office/officeart/2005/8/layout/target3"/>
    <dgm:cxn modelId="{E3C6F1EE-8D36-CF4B-84BE-D4CFBCAC7925}" type="presParOf" srcId="{1298FE74-C9C9-3C4A-9559-843671E4BC26}" destId="{60E35F36-8206-5A43-BE47-0188F8E213E3}" srcOrd="5" destOrd="0" presId="urn:microsoft.com/office/officeart/2005/8/layout/target3"/>
    <dgm:cxn modelId="{485AE22C-F602-2649-AD62-89DC628932D3}" type="presParOf" srcId="{1298FE74-C9C9-3C4A-9559-843671E4BC26}" destId="{BC02BDD1-7679-3148-9026-E980A80B07E2}" srcOrd="6" destOrd="0" presId="urn:microsoft.com/office/officeart/2005/8/layout/target3"/>
    <dgm:cxn modelId="{5E84254F-9286-BC45-88F1-B8C4A0F91E85}" type="presParOf" srcId="{1298FE74-C9C9-3C4A-9559-843671E4BC26}" destId="{903CECA6-7280-D24B-B9F9-53E3654DD580}" srcOrd="7" destOrd="0" presId="urn:microsoft.com/office/officeart/2005/8/layout/target3"/>
    <dgm:cxn modelId="{AF04F935-C5A1-AD49-96C7-4BFDFB2DCF11}" type="presParOf" srcId="{1298FE74-C9C9-3C4A-9559-843671E4BC26}" destId="{2BBF3D1D-4B07-CE4A-ABB7-091A79029B7A}" srcOrd="8" destOrd="0" presId="urn:microsoft.com/office/officeart/2005/8/layout/target3"/>
    <dgm:cxn modelId="{B307051C-12E5-BF4D-8FC7-3D1D6B3ACDB4}" type="presParOf" srcId="{1298FE74-C9C9-3C4A-9559-843671E4BC26}" destId="{5E458858-0719-C346-AFF8-DB6A9C91EE75}" srcOrd="9" destOrd="0" presId="urn:microsoft.com/office/officeart/2005/8/layout/target3"/>
    <dgm:cxn modelId="{FBD56A9A-4B1B-344C-A813-3FF8FF29DC33}" type="presParOf" srcId="{1298FE74-C9C9-3C4A-9559-843671E4BC26}" destId="{26BC7F2B-CA1F-A940-A138-36F00C9607FF}" srcOrd="10" destOrd="0" presId="urn:microsoft.com/office/officeart/2005/8/layout/target3"/>
    <dgm:cxn modelId="{E0BE49A0-B6F3-3B48-B745-D2A1FD570321}" type="presParOf" srcId="{1298FE74-C9C9-3C4A-9559-843671E4BC26}" destId="{261C65E3-621D-E747-9D5F-9BF11A52EF03}" srcOrd="11" destOrd="0" presId="urn:microsoft.com/office/officeart/2005/8/layout/target3"/>
    <dgm:cxn modelId="{39A2FBF8-DF2D-B44C-88F8-FEBEF7249DA8}" type="presParOf" srcId="{1298FE74-C9C9-3C4A-9559-843671E4BC26}" destId="{C9DE7B4C-2042-8841-84D5-3C46CD11B05E}" srcOrd="12" destOrd="0" presId="urn:microsoft.com/office/officeart/2005/8/layout/target3"/>
    <dgm:cxn modelId="{8D8D7A33-FD85-384E-BC97-070544B111CE}" type="presParOf" srcId="{1298FE74-C9C9-3C4A-9559-843671E4BC26}" destId="{F826614F-36C0-F04B-9579-607616E98465}" srcOrd="13" destOrd="0" presId="urn:microsoft.com/office/officeart/2005/8/layout/target3"/>
    <dgm:cxn modelId="{9C864A43-9010-914C-87EA-58E52D31D590}" type="presParOf" srcId="{1298FE74-C9C9-3C4A-9559-843671E4BC26}" destId="{35D3EC0D-0B94-CC40-A9FD-781AA05F9227}" srcOrd="1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7633494" cy="4350554"/>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7170" tIns="217170" rIns="217170" bIns="217170" numCol="1" spcCol="1270" anchor="t" anchorCtr="0">
          <a:noAutofit/>
        </a:bodyPr>
        <a:lstStyle/>
        <a:p>
          <a:pPr marL="0" lvl="0" indent="0" algn="l" defTabSz="2533650">
            <a:lnSpc>
              <a:spcPct val="90000"/>
            </a:lnSpc>
            <a:spcBef>
              <a:spcPct val="0"/>
            </a:spcBef>
            <a:spcAft>
              <a:spcPct val="35000"/>
            </a:spcAft>
            <a:buNone/>
          </a:pPr>
          <a:r>
            <a:rPr lang="es-MX" sz="5700" kern="1200" dirty="0"/>
            <a:t>Marco Barrera Tillería</a:t>
          </a:r>
          <a:endParaRPr lang="es-CL" sz="5700" kern="1200" dirty="0"/>
        </a:p>
        <a:p>
          <a:pPr marL="285750" lvl="1" indent="-285750" algn="l" defTabSz="1955800">
            <a:lnSpc>
              <a:spcPct val="90000"/>
            </a:lnSpc>
            <a:spcBef>
              <a:spcPct val="0"/>
            </a:spcBef>
            <a:spcAft>
              <a:spcPct val="15000"/>
            </a:spcAft>
            <a:buChar char="•"/>
          </a:pPr>
          <a:r>
            <a:rPr lang="es-CL" sz="4400" kern="1200" dirty="0"/>
            <a:t>Alumno</a:t>
          </a:r>
        </a:p>
        <a:p>
          <a:pPr marL="285750" lvl="1" indent="-285750" algn="l" defTabSz="1955800">
            <a:lnSpc>
              <a:spcPct val="90000"/>
            </a:lnSpc>
            <a:spcBef>
              <a:spcPct val="0"/>
            </a:spcBef>
            <a:spcAft>
              <a:spcPct val="15000"/>
            </a:spcAft>
            <a:buChar char="•"/>
          </a:pPr>
          <a:r>
            <a:rPr lang="es-MX" sz="4400" kern="1200" dirty="0"/>
            <a:t>Ingeniería en Informática</a:t>
          </a:r>
          <a:endParaRPr lang="es-CL" sz="4400" kern="1200" dirty="0"/>
        </a:p>
      </dsp:txBody>
      <dsp:txXfrm>
        <a:off x="1961754" y="0"/>
        <a:ext cx="5671739" cy="4350554"/>
      </dsp:txXfrm>
    </dsp:sp>
    <dsp:sp modelId="{9A7E2690-DE9C-4572-9BE5-B8C9A3B8BBB3}">
      <dsp:nvSpPr>
        <dsp:cNvPr id="0" name=""/>
        <dsp:cNvSpPr/>
      </dsp:nvSpPr>
      <dsp:spPr>
        <a:xfrm>
          <a:off x="435055" y="435055"/>
          <a:ext cx="1526698" cy="3480443"/>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761FB-4266-E047-B2D9-5A902166CA14}">
      <dsp:nvSpPr>
        <dsp:cNvPr id="0" name=""/>
        <dsp:cNvSpPr/>
      </dsp:nvSpPr>
      <dsp:spPr>
        <a:xfrm>
          <a:off x="1258" y="1424698"/>
          <a:ext cx="2510054" cy="1240727"/>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s-MX" sz="1300" kern="1200" dirty="0"/>
            <a:t>Semana 1 – 3</a:t>
          </a:r>
        </a:p>
        <a:p>
          <a:pPr marL="0" lvl="0" indent="0" algn="ctr" defTabSz="577850">
            <a:lnSpc>
              <a:spcPct val="90000"/>
            </a:lnSpc>
            <a:spcBef>
              <a:spcPct val="0"/>
            </a:spcBef>
            <a:spcAft>
              <a:spcPct val="35000"/>
            </a:spcAft>
            <a:buNone/>
          </a:pPr>
          <a:r>
            <a:rPr lang="es-MX" sz="1300" kern="1200" dirty="0"/>
            <a:t>Hito 1 : Análisis Completado</a:t>
          </a:r>
        </a:p>
      </dsp:txBody>
      <dsp:txXfrm>
        <a:off x="1258" y="1424698"/>
        <a:ext cx="2199872" cy="1240727"/>
      </dsp:txXfrm>
    </dsp:sp>
    <dsp:sp modelId="{9947D712-2729-8249-86C0-43B017292854}">
      <dsp:nvSpPr>
        <dsp:cNvPr id="0" name=""/>
        <dsp:cNvSpPr/>
      </dsp:nvSpPr>
      <dsp:spPr>
        <a:xfrm>
          <a:off x="1890948" y="1424698"/>
          <a:ext cx="3101819" cy="124072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s-MX" sz="1300" kern="1200" dirty="0"/>
            <a:t>Semana 4 – 6</a:t>
          </a:r>
        </a:p>
        <a:p>
          <a:pPr marL="0" lvl="0" indent="0" algn="ctr" defTabSz="577850">
            <a:lnSpc>
              <a:spcPct val="90000"/>
            </a:lnSpc>
            <a:spcBef>
              <a:spcPct val="0"/>
            </a:spcBef>
            <a:spcAft>
              <a:spcPct val="35000"/>
            </a:spcAft>
            <a:buNone/>
          </a:pPr>
          <a:r>
            <a:rPr lang="es-MX" sz="1300" kern="1200" dirty="0"/>
            <a:t>Hito 2: Diseño Completado</a:t>
          </a:r>
        </a:p>
      </dsp:txBody>
      <dsp:txXfrm>
        <a:off x="2511312" y="1424698"/>
        <a:ext cx="1861092" cy="1240727"/>
      </dsp:txXfrm>
    </dsp:sp>
    <dsp:sp modelId="{458C47EB-333A-374A-8D68-26BE6E440A45}">
      <dsp:nvSpPr>
        <dsp:cNvPr id="0" name=""/>
        <dsp:cNvSpPr/>
      </dsp:nvSpPr>
      <dsp:spPr>
        <a:xfrm>
          <a:off x="4372404" y="1424698"/>
          <a:ext cx="3101819" cy="124072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s-MX" sz="1300" kern="1200" dirty="0"/>
            <a:t>Semana 7 – 15</a:t>
          </a:r>
        </a:p>
        <a:p>
          <a:pPr marL="0" lvl="0" indent="0" algn="ctr" defTabSz="577850">
            <a:lnSpc>
              <a:spcPct val="90000"/>
            </a:lnSpc>
            <a:spcBef>
              <a:spcPct val="0"/>
            </a:spcBef>
            <a:spcAft>
              <a:spcPct val="35000"/>
            </a:spcAft>
            <a:buNone/>
          </a:pPr>
          <a:r>
            <a:rPr lang="es-MX" sz="1300" kern="1200" dirty="0"/>
            <a:t>Hito 3: MVP Desarrollado</a:t>
          </a:r>
        </a:p>
      </dsp:txBody>
      <dsp:txXfrm>
        <a:off x="4992768" y="1424698"/>
        <a:ext cx="1861092" cy="1240727"/>
      </dsp:txXfrm>
    </dsp:sp>
    <dsp:sp modelId="{2978B802-969E-F040-B8F4-61D1511C7DC8}">
      <dsp:nvSpPr>
        <dsp:cNvPr id="0" name=""/>
        <dsp:cNvSpPr/>
      </dsp:nvSpPr>
      <dsp:spPr>
        <a:xfrm>
          <a:off x="6853860" y="1424698"/>
          <a:ext cx="3101819" cy="124072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endParaRPr lang="es-MX" sz="1300" kern="1200" dirty="0"/>
        </a:p>
        <a:p>
          <a:pPr marL="0" lvl="0" indent="0" algn="ctr" defTabSz="577850">
            <a:lnSpc>
              <a:spcPct val="90000"/>
            </a:lnSpc>
            <a:spcBef>
              <a:spcPct val="0"/>
            </a:spcBef>
            <a:spcAft>
              <a:spcPct val="35000"/>
            </a:spcAft>
            <a:buNone/>
          </a:pPr>
          <a:r>
            <a:rPr lang="es-MX" sz="1300" kern="1200" dirty="0"/>
            <a:t>Semana 16 - 17</a:t>
          </a:r>
        </a:p>
        <a:p>
          <a:pPr marL="0" lvl="0" indent="0" algn="ctr" defTabSz="577850">
            <a:lnSpc>
              <a:spcPct val="90000"/>
            </a:lnSpc>
            <a:spcBef>
              <a:spcPct val="0"/>
            </a:spcBef>
            <a:spcAft>
              <a:spcPct val="35000"/>
            </a:spcAft>
            <a:buNone/>
          </a:pPr>
          <a:r>
            <a:rPr lang="es-MX" sz="1300" kern="1200" dirty="0"/>
            <a:t>Hito 4: Pruebas Finalizadas</a:t>
          </a:r>
        </a:p>
        <a:p>
          <a:pPr marL="0" lvl="0" indent="0" algn="ctr" defTabSz="577850">
            <a:lnSpc>
              <a:spcPct val="90000"/>
            </a:lnSpc>
            <a:spcBef>
              <a:spcPct val="0"/>
            </a:spcBef>
            <a:spcAft>
              <a:spcPct val="35000"/>
            </a:spcAft>
            <a:buNone/>
          </a:pPr>
          <a:endParaRPr lang="es-MX" sz="1300" kern="1200" dirty="0"/>
        </a:p>
      </dsp:txBody>
      <dsp:txXfrm>
        <a:off x="7474224" y="1424698"/>
        <a:ext cx="1861092" cy="12407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7C2515-B7CC-694F-8023-8C962C1F279F}">
      <dsp:nvSpPr>
        <dsp:cNvPr id="0" name=""/>
        <dsp:cNvSpPr/>
      </dsp:nvSpPr>
      <dsp:spPr>
        <a:xfrm>
          <a:off x="-4338173" y="-665464"/>
          <a:ext cx="5168514" cy="5168514"/>
        </a:xfrm>
        <a:prstGeom prst="blockArc">
          <a:avLst>
            <a:gd name="adj1" fmla="val 18900000"/>
            <a:gd name="adj2" fmla="val 2700000"/>
            <a:gd name="adj3" fmla="val 418"/>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2B390C-5B4F-984C-B8FE-1EF5ACFE6FB1}">
      <dsp:nvSpPr>
        <dsp:cNvPr id="0" name=""/>
        <dsp:cNvSpPr/>
      </dsp:nvSpPr>
      <dsp:spPr>
        <a:xfrm>
          <a:off x="363616" y="239772"/>
          <a:ext cx="7149057" cy="4798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0882" tIns="63500" rIns="63500" bIns="63500" numCol="1" spcCol="1270" anchor="ctr" anchorCtr="0">
          <a:noAutofit/>
        </a:bodyPr>
        <a:lstStyle/>
        <a:p>
          <a:pPr marL="0" lvl="0" indent="0" algn="l" defTabSz="1111250">
            <a:lnSpc>
              <a:spcPct val="90000"/>
            </a:lnSpc>
            <a:spcBef>
              <a:spcPct val="0"/>
            </a:spcBef>
            <a:spcAft>
              <a:spcPct val="35000"/>
            </a:spcAft>
            <a:buNone/>
          </a:pPr>
          <a:r>
            <a:rPr lang="es-MX" sz="2500" kern="1200" dirty="0"/>
            <a:t>31 Tablas en 2 esquemas</a:t>
          </a:r>
        </a:p>
      </dsp:txBody>
      <dsp:txXfrm>
        <a:off x="363616" y="239772"/>
        <a:ext cx="7149057" cy="479851"/>
      </dsp:txXfrm>
    </dsp:sp>
    <dsp:sp modelId="{87585306-D191-6A44-85EE-C7D3D74382DE}">
      <dsp:nvSpPr>
        <dsp:cNvPr id="0" name=""/>
        <dsp:cNvSpPr/>
      </dsp:nvSpPr>
      <dsp:spPr>
        <a:xfrm>
          <a:off x="63708" y="179790"/>
          <a:ext cx="599814" cy="5998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9D0475-A0F8-B74B-80F8-35D6E773038A}">
      <dsp:nvSpPr>
        <dsp:cNvPr id="0" name=""/>
        <dsp:cNvSpPr/>
      </dsp:nvSpPr>
      <dsp:spPr>
        <a:xfrm>
          <a:off x="707463" y="959319"/>
          <a:ext cx="6805209" cy="4798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0882" tIns="63500" rIns="63500" bIns="63500" numCol="1" spcCol="1270" anchor="ctr" anchorCtr="0">
          <a:noAutofit/>
        </a:bodyPr>
        <a:lstStyle/>
        <a:p>
          <a:pPr marL="0" lvl="0" indent="0" algn="l" defTabSz="1111250">
            <a:lnSpc>
              <a:spcPct val="90000"/>
            </a:lnSpc>
            <a:spcBef>
              <a:spcPct val="0"/>
            </a:spcBef>
            <a:spcAft>
              <a:spcPct val="35000"/>
            </a:spcAft>
            <a:buNone/>
          </a:pPr>
          <a:r>
            <a:rPr lang="es-MX" sz="2500" kern="1200" dirty="0"/>
            <a:t>60 relaciones (Foreign Keys)</a:t>
          </a:r>
        </a:p>
      </dsp:txBody>
      <dsp:txXfrm>
        <a:off x="707463" y="959319"/>
        <a:ext cx="6805209" cy="479851"/>
      </dsp:txXfrm>
    </dsp:sp>
    <dsp:sp modelId="{9E28865F-2E80-D54A-928A-891CBF70355E}">
      <dsp:nvSpPr>
        <dsp:cNvPr id="0" name=""/>
        <dsp:cNvSpPr/>
      </dsp:nvSpPr>
      <dsp:spPr>
        <a:xfrm>
          <a:off x="407556" y="899338"/>
          <a:ext cx="599814" cy="5998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D66B44-C008-9B40-84B3-1FFD26C976E3}">
      <dsp:nvSpPr>
        <dsp:cNvPr id="0" name=""/>
        <dsp:cNvSpPr/>
      </dsp:nvSpPr>
      <dsp:spPr>
        <a:xfrm>
          <a:off x="812997" y="1678866"/>
          <a:ext cx="6699676" cy="4798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0882" tIns="63500" rIns="63500" bIns="63500" numCol="1" spcCol="1270" anchor="ctr" anchorCtr="0">
          <a:noAutofit/>
        </a:bodyPr>
        <a:lstStyle/>
        <a:p>
          <a:pPr marL="0" lvl="0" indent="0" algn="l" defTabSz="1111250">
            <a:lnSpc>
              <a:spcPct val="90000"/>
            </a:lnSpc>
            <a:spcBef>
              <a:spcPct val="0"/>
            </a:spcBef>
            <a:spcAft>
              <a:spcPct val="35000"/>
            </a:spcAft>
            <a:buNone/>
          </a:pPr>
          <a:r>
            <a:rPr lang="es-MX" sz="2500" kern="1200" dirty="0"/>
            <a:t>60+ índices de optimización</a:t>
          </a:r>
        </a:p>
      </dsp:txBody>
      <dsp:txXfrm>
        <a:off x="812997" y="1678866"/>
        <a:ext cx="6699676" cy="479851"/>
      </dsp:txXfrm>
    </dsp:sp>
    <dsp:sp modelId="{B7A1E139-25DF-804F-99E8-B9CFFADB1FAE}">
      <dsp:nvSpPr>
        <dsp:cNvPr id="0" name=""/>
        <dsp:cNvSpPr/>
      </dsp:nvSpPr>
      <dsp:spPr>
        <a:xfrm>
          <a:off x="513090" y="1618885"/>
          <a:ext cx="599814" cy="5998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7BFF50-854C-3A4A-8E26-37F6454E6C64}">
      <dsp:nvSpPr>
        <dsp:cNvPr id="0" name=""/>
        <dsp:cNvSpPr/>
      </dsp:nvSpPr>
      <dsp:spPr>
        <a:xfrm>
          <a:off x="707463" y="2398413"/>
          <a:ext cx="6805209" cy="4798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0882" tIns="63500" rIns="63500" bIns="63500" numCol="1" spcCol="1270" anchor="ctr" anchorCtr="0">
          <a:noAutofit/>
        </a:bodyPr>
        <a:lstStyle/>
        <a:p>
          <a:pPr marL="0" lvl="0" indent="0" algn="l" defTabSz="1111250">
            <a:lnSpc>
              <a:spcPct val="90000"/>
            </a:lnSpc>
            <a:spcBef>
              <a:spcPct val="0"/>
            </a:spcBef>
            <a:spcAft>
              <a:spcPct val="35000"/>
            </a:spcAft>
            <a:buNone/>
          </a:pPr>
          <a:r>
            <a:rPr lang="es-MX" sz="2500" kern="1200" dirty="0"/>
            <a:t>15 triggers de automatización</a:t>
          </a:r>
        </a:p>
      </dsp:txBody>
      <dsp:txXfrm>
        <a:off x="707463" y="2398413"/>
        <a:ext cx="6805209" cy="479851"/>
      </dsp:txXfrm>
    </dsp:sp>
    <dsp:sp modelId="{1A8390B3-3640-4E48-927C-D5BBD3168096}">
      <dsp:nvSpPr>
        <dsp:cNvPr id="0" name=""/>
        <dsp:cNvSpPr/>
      </dsp:nvSpPr>
      <dsp:spPr>
        <a:xfrm>
          <a:off x="407556" y="2338432"/>
          <a:ext cx="599814" cy="5998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376755-C3FE-7742-B5C7-D8BCD9690470}">
      <dsp:nvSpPr>
        <dsp:cNvPr id="0" name=""/>
        <dsp:cNvSpPr/>
      </dsp:nvSpPr>
      <dsp:spPr>
        <a:xfrm>
          <a:off x="363616" y="3117961"/>
          <a:ext cx="7149057" cy="4798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0882" tIns="63500" rIns="63500" bIns="63500" numCol="1" spcCol="1270" anchor="ctr" anchorCtr="0">
          <a:noAutofit/>
        </a:bodyPr>
        <a:lstStyle/>
        <a:p>
          <a:pPr marL="0" lvl="0" indent="0" algn="l" defTabSz="1111250">
            <a:lnSpc>
              <a:spcPct val="90000"/>
            </a:lnSpc>
            <a:spcBef>
              <a:spcPct val="0"/>
            </a:spcBef>
            <a:spcAft>
              <a:spcPct val="35000"/>
            </a:spcAft>
            <a:buNone/>
          </a:pPr>
          <a:r>
            <a:rPr lang="es-MX" sz="2500" kern="1200"/>
            <a:t>7 módulos principales de funcionalidades</a:t>
          </a:r>
          <a:endParaRPr lang="es-MX" sz="2500" kern="1200" dirty="0"/>
        </a:p>
      </dsp:txBody>
      <dsp:txXfrm>
        <a:off x="363616" y="3117961"/>
        <a:ext cx="7149057" cy="479851"/>
      </dsp:txXfrm>
    </dsp:sp>
    <dsp:sp modelId="{269EDE9D-5AD6-024E-98B4-01105A63BB3E}">
      <dsp:nvSpPr>
        <dsp:cNvPr id="0" name=""/>
        <dsp:cNvSpPr/>
      </dsp:nvSpPr>
      <dsp:spPr>
        <a:xfrm>
          <a:off x="63708" y="3057979"/>
          <a:ext cx="599814" cy="5998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BAF235-123A-8446-AD7E-2F280BF41B43}">
      <dsp:nvSpPr>
        <dsp:cNvPr id="0" name=""/>
        <dsp:cNvSpPr/>
      </dsp:nvSpPr>
      <dsp:spPr>
        <a:xfrm>
          <a:off x="0" y="0"/>
          <a:ext cx="3932904" cy="3932904"/>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D46784-AD95-D44C-BE45-48259A2C827B}">
      <dsp:nvSpPr>
        <dsp:cNvPr id="0" name=""/>
        <dsp:cNvSpPr/>
      </dsp:nvSpPr>
      <dsp:spPr>
        <a:xfrm>
          <a:off x="1966452" y="0"/>
          <a:ext cx="5810864" cy="393290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3500" kern="1200" dirty="0"/>
            <a:t>Frontend</a:t>
          </a:r>
        </a:p>
      </dsp:txBody>
      <dsp:txXfrm>
        <a:off x="1966452" y="0"/>
        <a:ext cx="2905432" cy="1179873"/>
      </dsp:txXfrm>
    </dsp:sp>
    <dsp:sp modelId="{53175D37-61F2-8242-B503-591253B222CE}">
      <dsp:nvSpPr>
        <dsp:cNvPr id="0" name=""/>
        <dsp:cNvSpPr/>
      </dsp:nvSpPr>
      <dsp:spPr>
        <a:xfrm>
          <a:off x="688259" y="1179873"/>
          <a:ext cx="2556385" cy="255638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E35F36-8206-5A43-BE47-0188F8E213E3}">
      <dsp:nvSpPr>
        <dsp:cNvPr id="0" name=""/>
        <dsp:cNvSpPr/>
      </dsp:nvSpPr>
      <dsp:spPr>
        <a:xfrm>
          <a:off x="1966452" y="1179873"/>
          <a:ext cx="5810864" cy="255638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3500" kern="1200" dirty="0"/>
            <a:t>Backend</a:t>
          </a:r>
        </a:p>
      </dsp:txBody>
      <dsp:txXfrm>
        <a:off x="1966452" y="1179873"/>
        <a:ext cx="2905432" cy="1179869"/>
      </dsp:txXfrm>
    </dsp:sp>
    <dsp:sp modelId="{903CECA6-7280-D24B-B9F9-53E3654DD580}">
      <dsp:nvSpPr>
        <dsp:cNvPr id="0" name=""/>
        <dsp:cNvSpPr/>
      </dsp:nvSpPr>
      <dsp:spPr>
        <a:xfrm>
          <a:off x="1376516" y="2359743"/>
          <a:ext cx="1179870" cy="117987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BF3D1D-4B07-CE4A-ABB7-091A79029B7A}">
      <dsp:nvSpPr>
        <dsp:cNvPr id="0" name=""/>
        <dsp:cNvSpPr/>
      </dsp:nvSpPr>
      <dsp:spPr>
        <a:xfrm>
          <a:off x="1966452" y="2359743"/>
          <a:ext cx="5810864" cy="117987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s-MX" sz="3500" kern="1200" dirty="0"/>
            <a:t>Herramientas</a:t>
          </a:r>
        </a:p>
      </dsp:txBody>
      <dsp:txXfrm>
        <a:off x="1966452" y="2359743"/>
        <a:ext cx="2905432" cy="1179870"/>
      </dsp:txXfrm>
    </dsp:sp>
    <dsp:sp modelId="{26BC7F2B-CA1F-A940-A138-36F00C9607FF}">
      <dsp:nvSpPr>
        <dsp:cNvPr id="0" name=""/>
        <dsp:cNvSpPr/>
      </dsp:nvSpPr>
      <dsp:spPr>
        <a:xfrm>
          <a:off x="4871884" y="0"/>
          <a:ext cx="2905432" cy="117987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s-MX" sz="1300" kern="1200" dirty="0"/>
            <a:t>React.js + TypeScript</a:t>
          </a:r>
        </a:p>
        <a:p>
          <a:pPr marL="114300" lvl="1" indent="-114300" algn="l" defTabSz="577850">
            <a:lnSpc>
              <a:spcPct val="90000"/>
            </a:lnSpc>
            <a:spcBef>
              <a:spcPct val="0"/>
            </a:spcBef>
            <a:spcAft>
              <a:spcPct val="15000"/>
            </a:spcAft>
            <a:buChar char="•"/>
          </a:pPr>
          <a:r>
            <a:rPr lang="es-MX" sz="1300" kern="1200" dirty="0"/>
            <a:t>Vite (build tool)</a:t>
          </a:r>
        </a:p>
        <a:p>
          <a:pPr marL="114300" lvl="1" indent="-114300" algn="l" defTabSz="577850">
            <a:lnSpc>
              <a:spcPct val="90000"/>
            </a:lnSpc>
            <a:spcBef>
              <a:spcPct val="0"/>
            </a:spcBef>
            <a:spcAft>
              <a:spcPct val="15000"/>
            </a:spcAft>
            <a:buChar char="•"/>
          </a:pPr>
          <a:r>
            <a:rPr lang="es-MX" sz="1300" kern="1200" dirty="0"/>
            <a:t>shadcn/ui (componentes UI)</a:t>
          </a:r>
        </a:p>
        <a:p>
          <a:pPr marL="114300" lvl="1" indent="-114300" algn="l" defTabSz="577850">
            <a:lnSpc>
              <a:spcPct val="90000"/>
            </a:lnSpc>
            <a:spcBef>
              <a:spcPct val="0"/>
            </a:spcBef>
            <a:spcAft>
              <a:spcPct val="15000"/>
            </a:spcAft>
            <a:buChar char="•"/>
          </a:pPr>
          <a:r>
            <a:rPr lang="es-MX" sz="1300" kern="1200" dirty="0"/>
            <a:t>React Router (navegación)</a:t>
          </a:r>
        </a:p>
        <a:p>
          <a:pPr marL="114300" lvl="1" indent="-114300" algn="l" defTabSz="577850">
            <a:lnSpc>
              <a:spcPct val="90000"/>
            </a:lnSpc>
            <a:spcBef>
              <a:spcPct val="0"/>
            </a:spcBef>
            <a:spcAft>
              <a:spcPct val="15000"/>
            </a:spcAft>
            <a:buChar char="•"/>
          </a:pPr>
          <a:r>
            <a:rPr lang="es-MX" sz="1300" kern="1200" dirty="0"/>
            <a:t>react-hook-form + Zod (validación)</a:t>
          </a:r>
        </a:p>
      </dsp:txBody>
      <dsp:txXfrm>
        <a:off x="4871884" y="0"/>
        <a:ext cx="2905432" cy="1179873"/>
      </dsp:txXfrm>
    </dsp:sp>
    <dsp:sp modelId="{C9DE7B4C-2042-8841-84D5-3C46CD11B05E}">
      <dsp:nvSpPr>
        <dsp:cNvPr id="0" name=""/>
        <dsp:cNvSpPr/>
      </dsp:nvSpPr>
      <dsp:spPr>
        <a:xfrm>
          <a:off x="4871884" y="1179873"/>
          <a:ext cx="2905432" cy="11798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s-MX" sz="1300" kern="1200"/>
            <a:t>Supabase + PostgreSQL (Backend &amp; Base de datos)</a:t>
          </a:r>
          <a:endParaRPr lang="es-MX" sz="1300" kern="1200" dirty="0"/>
        </a:p>
      </dsp:txBody>
      <dsp:txXfrm>
        <a:off x="4871884" y="1179873"/>
        <a:ext cx="2905432" cy="1179869"/>
      </dsp:txXfrm>
    </dsp:sp>
    <dsp:sp modelId="{35D3EC0D-0B94-CC40-A9FD-781AA05F9227}">
      <dsp:nvSpPr>
        <dsp:cNvPr id="0" name=""/>
        <dsp:cNvSpPr/>
      </dsp:nvSpPr>
      <dsp:spPr>
        <a:xfrm>
          <a:off x="4871884" y="2359743"/>
          <a:ext cx="2905432" cy="117987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a:lnSpc>
              <a:spcPct val="90000"/>
            </a:lnSpc>
            <a:spcBef>
              <a:spcPct val="0"/>
            </a:spcBef>
            <a:spcAft>
              <a:spcPct val="15000"/>
            </a:spcAft>
            <a:buChar char="•"/>
          </a:pPr>
          <a:r>
            <a:rPr lang="es-MX" sz="1300" kern="1200" dirty="0"/>
            <a:t>GitHub (control de versiones y tablero kanban)</a:t>
          </a:r>
        </a:p>
        <a:p>
          <a:pPr marL="114300" lvl="1" indent="-114300" algn="l" defTabSz="577850">
            <a:lnSpc>
              <a:spcPct val="90000"/>
            </a:lnSpc>
            <a:spcBef>
              <a:spcPct val="0"/>
            </a:spcBef>
            <a:spcAft>
              <a:spcPct val="15000"/>
            </a:spcAft>
            <a:buChar char="•"/>
          </a:pPr>
          <a:r>
            <a:rPr lang="es-MX" sz="1300" kern="1200" dirty="0"/>
            <a:t>Visual Studio Code (desarrollo)</a:t>
          </a:r>
        </a:p>
      </dsp:txBody>
      <dsp:txXfrm>
        <a:off x="4871884" y="2359743"/>
        <a:ext cx="2905432" cy="1179870"/>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4A916-2C2E-265E-D1A7-F8BA8BAA561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E2B618F-FEF4-D0FB-4038-D93A262EA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443312A-AEFB-3177-E12B-386C4F4291CC}"/>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5" name="Marcador de pie de página 4">
            <a:extLst>
              <a:ext uri="{FF2B5EF4-FFF2-40B4-BE49-F238E27FC236}">
                <a16:creationId xmlns:a16="http://schemas.microsoft.com/office/drawing/2014/main" id="{A47C3C00-ADC0-ABB2-EF55-4D170DA0D7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1B0C28A-E393-39C0-65D4-7252445FA6A3}"/>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05388704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B6CD-9456-B138-ECD2-C8D7A666C49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874D6B0-7AF3-685F-CEAB-5529E05E8C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AF52F25-C2C6-7F7B-276E-37CD648AA75E}"/>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5" name="Marcador de pie de página 4">
            <a:extLst>
              <a:ext uri="{FF2B5EF4-FFF2-40B4-BE49-F238E27FC236}">
                <a16:creationId xmlns:a16="http://schemas.microsoft.com/office/drawing/2014/main" id="{03947A73-C5CF-9FE2-967B-D4D866F9DD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ECAE93-9144-BF33-1401-DF6FFF6FAB64}"/>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6239297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56A89-B019-96BD-5BAD-62AE0C3AC1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22B60B4-76B8-D88B-5674-F86DC3670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DE800A-255F-4AE1-5E56-606A61B379B8}"/>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5" name="Marcador de pie de página 4">
            <a:extLst>
              <a:ext uri="{FF2B5EF4-FFF2-40B4-BE49-F238E27FC236}">
                <a16:creationId xmlns:a16="http://schemas.microsoft.com/office/drawing/2014/main" id="{8DFC92BF-9B9F-10CC-5BC8-BAC85DDB9B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372357-062E-F22F-4B80-ED779DDD11B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9142600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99D17-3BAA-B1F3-D450-274A02753DE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660F58E-6555-CC20-7FB5-60DB4AEF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2CAA47F-EB54-628D-A823-3A00718BE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890AFF8-D9BE-4C13-0483-E843C51CA16A}"/>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6" name="Marcador de pie de página 5">
            <a:extLst>
              <a:ext uri="{FF2B5EF4-FFF2-40B4-BE49-F238E27FC236}">
                <a16:creationId xmlns:a16="http://schemas.microsoft.com/office/drawing/2014/main" id="{2ECF5C03-2790-90EB-0D65-AA62820C0CD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491F526-CDE5-755B-4A3F-50F807763AF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35284685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F108-6B99-8CCE-C8FD-D995F9965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0B922A-6156-2235-AA95-A8B8C02B3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40D8F2-325E-B2D8-EDDA-56DE9D1F20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58884F1-5F33-E36A-DEE4-9693FBE7D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DF08E0-1508-F512-337D-F5C8A5F0C3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553ED18-81E3-9782-22CD-40D6A19098E9}"/>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8" name="Marcador de pie de página 7">
            <a:extLst>
              <a:ext uri="{FF2B5EF4-FFF2-40B4-BE49-F238E27FC236}">
                <a16:creationId xmlns:a16="http://schemas.microsoft.com/office/drawing/2014/main" id="{F78D2E67-9BFA-E800-3A7E-8900D96D4AB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56AEF8A-22F0-544A-1B96-40996F1A6F82}"/>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226304476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0A5D8-AC89-1289-2F04-0814CB9B16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703452B-17EB-394F-735B-5A921A58A383}"/>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4" name="Marcador de pie de página 3">
            <a:extLst>
              <a:ext uri="{FF2B5EF4-FFF2-40B4-BE49-F238E27FC236}">
                <a16:creationId xmlns:a16="http://schemas.microsoft.com/office/drawing/2014/main" id="{A60A54D4-94C4-7743-43A2-1A52792A4A3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9886359-BA16-2E60-D21D-C9E1AD88B45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80282747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082406-6A57-2057-24EC-1A6C257A2E2A}"/>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3" name="Marcador de pie de página 2">
            <a:extLst>
              <a:ext uri="{FF2B5EF4-FFF2-40B4-BE49-F238E27FC236}">
                <a16:creationId xmlns:a16="http://schemas.microsoft.com/office/drawing/2014/main" id="{4D4737A7-3975-9225-3AAC-282F9F4567A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0758996F-BDE4-86FA-BD9D-DFCAB9143F7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5357640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B1326-48D6-CCCF-9030-3AC9A67CDA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704BD84-4F55-3649-4756-7A4CE760D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3F111F47-438E-ECB7-5D1F-CB07E54FD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1E9545-DD0E-6A0B-2B88-934785A7ED75}"/>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6" name="Marcador de pie de página 5">
            <a:extLst>
              <a:ext uri="{FF2B5EF4-FFF2-40B4-BE49-F238E27FC236}">
                <a16:creationId xmlns:a16="http://schemas.microsoft.com/office/drawing/2014/main" id="{D23CD897-12AF-A56D-CB14-1B41012DE2C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9257B85-275B-F539-96E6-BF6C3F487D25}"/>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1535147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5BFE8-4F8E-9F77-F45C-B4D870295B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3CB21F6-368F-6F50-5C0D-6BE2DDE1E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E012122B-29C5-7F4E-7EFB-41EF277F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7332B2-B78B-790B-184B-C7299CC48B23}"/>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6" name="Marcador de pie de página 5">
            <a:extLst>
              <a:ext uri="{FF2B5EF4-FFF2-40B4-BE49-F238E27FC236}">
                <a16:creationId xmlns:a16="http://schemas.microsoft.com/office/drawing/2014/main" id="{761CBB3B-17B4-113F-AA5B-E804167ADCD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C8A1FFA-A66B-F32D-E3CE-2337B07F5FA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2366035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A4049-BEF3-0AFD-A19B-45FF1D82064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4FD3394-1BB2-4A78-E0C2-B81E3B0A0C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FB1E014-02B1-2EA8-C324-69C0657119E1}"/>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5" name="Marcador de pie de página 4">
            <a:extLst>
              <a:ext uri="{FF2B5EF4-FFF2-40B4-BE49-F238E27FC236}">
                <a16:creationId xmlns:a16="http://schemas.microsoft.com/office/drawing/2014/main" id="{15D9E46F-A5FD-E000-2817-06E54BC72CB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5F151D9-94A1-87E1-B673-4D3D316B9078}"/>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08580473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72A6E5-A0E4-586A-8BAE-08F39AC9E9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C8C75B9-2362-53B4-3282-7D8A22F061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97AA35-3C24-08C9-2992-BE0C70C5DAAA}"/>
              </a:ext>
            </a:extLst>
          </p:cNvPr>
          <p:cNvSpPr>
            <a:spLocks noGrp="1"/>
          </p:cNvSpPr>
          <p:nvPr>
            <p:ph type="dt" sz="half" idx="10"/>
          </p:nvPr>
        </p:nvSpPr>
        <p:spPr/>
        <p:txBody>
          <a:bodyPr/>
          <a:lstStyle/>
          <a:p>
            <a:fld id="{6E1704C8-43E3-4F4F-BE90-356A640D5754}" type="datetimeFigureOut">
              <a:rPr lang="es-CL" smtClean="0"/>
              <a:t>16-11-25</a:t>
            </a:fld>
            <a:endParaRPr lang="es-CL"/>
          </a:p>
        </p:txBody>
      </p:sp>
      <p:sp>
        <p:nvSpPr>
          <p:cNvPr id="5" name="Marcador de pie de página 4">
            <a:extLst>
              <a:ext uri="{FF2B5EF4-FFF2-40B4-BE49-F238E27FC236}">
                <a16:creationId xmlns:a16="http://schemas.microsoft.com/office/drawing/2014/main" id="{59103D78-DCDD-276E-7575-A1992D704E5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B60B15A-BAF6-5EBF-7331-0AFFFFABED0D}"/>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233376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48B6D4E-E3C2-3792-E3C4-2CBC2E052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2E89E-FB21-817B-8050-7AD81F9CE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3A1C48C-F8B6-B30A-3815-D7ADD14FF2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704C8-43E3-4F4F-BE90-356A640D5754}" type="datetimeFigureOut">
              <a:rPr lang="es-CL" smtClean="0"/>
              <a:t>16-11-25</a:t>
            </a:fld>
            <a:endParaRPr lang="es-CL"/>
          </a:p>
        </p:txBody>
      </p:sp>
      <p:sp>
        <p:nvSpPr>
          <p:cNvPr id="5" name="Marcador de pie de página 4">
            <a:extLst>
              <a:ext uri="{FF2B5EF4-FFF2-40B4-BE49-F238E27FC236}">
                <a16:creationId xmlns:a16="http://schemas.microsoft.com/office/drawing/2014/main" id="{C909214F-88E2-1045-9D0B-C2ECD481C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38CA17-DD6E-139F-6ED9-FAD83BB72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2AF52-67EF-4B3A-939D-BC0B060810A1}" type="slidenum">
              <a:rPr lang="es-CL" smtClean="0"/>
              <a:t>‹Nº›</a:t>
            </a:fld>
            <a:endParaRPr lang="es-CL"/>
          </a:p>
        </p:txBody>
      </p:sp>
    </p:spTree>
    <p:extLst>
      <p:ext uri="{BB962C8B-B14F-4D97-AF65-F5344CB8AC3E}">
        <p14:creationId xmlns:p14="http://schemas.microsoft.com/office/powerpoint/2010/main" val="27567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138773"/>
          </a:xfrm>
          <a:prstGeom prst="rect">
            <a:avLst/>
          </a:prstGeom>
          <a:noFill/>
        </p:spPr>
        <p:txBody>
          <a:bodyPr wrap="square" rtlCol="0">
            <a:spAutoFit/>
          </a:bodyPr>
          <a:lstStyle/>
          <a:p>
            <a:pPr algn="ctr"/>
            <a:r>
              <a:rPr lang="es-MX" sz="4400" dirty="0"/>
              <a:t>PROYECTO “SISTEMA UNIDAD TERRITORIAL”</a:t>
            </a:r>
          </a:p>
          <a:p>
            <a:pPr algn="ctr"/>
            <a:r>
              <a:rPr lang="es-MX" sz="2400" dirty="0"/>
              <a:t>PRESENTACIÓN FINAL CAPSTONE</a:t>
            </a:r>
            <a:endParaRPr lang="es-CL" sz="2400" dirty="0"/>
          </a:p>
        </p:txBody>
      </p:sp>
    </p:spTree>
    <p:extLst>
      <p:ext uri="{BB962C8B-B14F-4D97-AF65-F5344CB8AC3E}">
        <p14:creationId xmlns:p14="http://schemas.microsoft.com/office/powerpoint/2010/main" val="239196319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a 4">
            <a:extLst>
              <a:ext uri="{FF2B5EF4-FFF2-40B4-BE49-F238E27FC236}">
                <a16:creationId xmlns:a16="http://schemas.microsoft.com/office/drawing/2014/main" id="{CD98BAAD-E67E-3FB9-220F-BD3AA3645FAD}"/>
              </a:ext>
            </a:extLst>
          </p:cNvPr>
          <p:cNvGraphicFramePr/>
          <p:nvPr>
            <p:extLst>
              <p:ext uri="{D42A27DB-BD31-4B8C-83A1-F6EECF244321}">
                <p14:modId xmlns:p14="http://schemas.microsoft.com/office/powerpoint/2010/main" val="3692615823"/>
              </p:ext>
            </p:extLst>
          </p:nvPr>
        </p:nvGraphicFramePr>
        <p:xfrm>
          <a:off x="4121026" y="1710819"/>
          <a:ext cx="7633494" cy="4350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38327" y="3058616"/>
            <a:ext cx="3608961" cy="1200329"/>
          </a:xfrm>
          <a:prstGeom prst="rect">
            <a:avLst/>
          </a:prstGeom>
          <a:noFill/>
        </p:spPr>
        <p:txBody>
          <a:bodyPr wrap="square" rtlCol="0">
            <a:spAutoFit/>
          </a:bodyPr>
          <a:lstStyle/>
          <a:p>
            <a:pPr algn="ctr"/>
            <a:r>
              <a:rPr lang="es-MX" sz="3600" dirty="0"/>
              <a:t>INTEGRANTES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81598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130849"/>
            <a:ext cx="12191999" cy="646331"/>
          </a:xfrm>
          <a:prstGeom prst="rect">
            <a:avLst/>
          </a:prstGeom>
          <a:noFill/>
        </p:spPr>
        <p:txBody>
          <a:bodyPr wrap="square" rtlCol="0">
            <a:spAutoFit/>
          </a:bodyPr>
          <a:lstStyle/>
          <a:p>
            <a:pPr algn="ctr"/>
            <a:r>
              <a:rPr lang="es-MX" sz="3600" dirty="0"/>
              <a:t>DESCRIPCIÓN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Rectángulo: esquinas redondeadas 2">
            <a:extLst>
              <a:ext uri="{FF2B5EF4-FFF2-40B4-BE49-F238E27FC236}">
                <a16:creationId xmlns:a16="http://schemas.microsoft.com/office/drawing/2014/main" id="{5CB288BD-84B1-DF16-6004-32D5F8A61FF7}"/>
              </a:ext>
            </a:extLst>
          </p:cNvPr>
          <p:cNvSpPr/>
          <p:nvPr/>
        </p:nvSpPr>
        <p:spPr>
          <a:xfrm>
            <a:off x="714909"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Problema o dolor</a:t>
            </a:r>
          </a:p>
          <a:p>
            <a:pPr lvl="0" algn="ctr"/>
            <a:endParaRPr lang="es-MX" u="sng" dirty="0"/>
          </a:p>
          <a:p>
            <a:pPr algn="just"/>
            <a:r>
              <a:rPr lang="es-CL" i="1" dirty="0"/>
              <a:t>Las juntas de vecinos representan la organización comunitaria más básica y extendida del país</a:t>
            </a:r>
            <a:r>
              <a:rPr lang="es-CL" dirty="0"/>
              <a:t>. </a:t>
            </a:r>
            <a:r>
              <a:rPr lang="es-CL" i="1" dirty="0"/>
              <a:t>A pesar de su importancia social, estas organizaciones enfrentan desafíos significativos en la gestión administrativa y comunicacional, operando mayormente con procesos manuales y herramientas obsoletas.</a:t>
            </a:r>
            <a:r>
              <a:rPr lang="es-CL" dirty="0"/>
              <a:t> </a:t>
            </a:r>
            <a:endParaRPr lang="es-CL" sz="1800" dirty="0"/>
          </a:p>
          <a:p>
            <a:pPr lvl="0" algn="ctr"/>
            <a:endParaRPr lang="es-CL" sz="1800" u="sng" dirty="0"/>
          </a:p>
        </p:txBody>
      </p:sp>
      <p:sp>
        <p:nvSpPr>
          <p:cNvPr id="4" name="Rectángulo: esquinas redondeadas 3">
            <a:extLst>
              <a:ext uri="{FF2B5EF4-FFF2-40B4-BE49-F238E27FC236}">
                <a16:creationId xmlns:a16="http://schemas.microsoft.com/office/drawing/2014/main" id="{DDC84C5C-77A0-B2A2-F0BB-8A7713B865EA}"/>
              </a:ext>
            </a:extLst>
          </p:cNvPr>
          <p:cNvSpPr/>
          <p:nvPr/>
        </p:nvSpPr>
        <p:spPr>
          <a:xfrm>
            <a:off x="6912079" y="2177325"/>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a:t>
            </a:r>
          </a:p>
          <a:p>
            <a:pPr lvl="0" algn="ctr"/>
            <a:endParaRPr lang="es-MX" u="sng" dirty="0"/>
          </a:p>
          <a:p>
            <a:pPr lvl="0" algn="just"/>
            <a:r>
              <a:rPr lang="es-CL" i="1" dirty="0"/>
              <a:t>Este proyecto propone el desarrollo de una solución tecnológica integral que se adapte a la realidad operacional de cualquier junta de vecinos de Chile, solucionando las necesidades específicas tanto del directorio como de los vecinos residentes en la unidad territorial que sean mayores de 14 años</a:t>
            </a:r>
            <a:r>
              <a:rPr lang="es-CL" dirty="0"/>
              <a:t> </a:t>
            </a:r>
            <a:endParaRPr lang="es-CL" sz="1800" dirty="0"/>
          </a:p>
        </p:txBody>
      </p:sp>
      <p:sp>
        <p:nvSpPr>
          <p:cNvPr id="8" name="Flecha: a la derecha 7">
            <a:extLst>
              <a:ext uri="{FF2B5EF4-FFF2-40B4-BE49-F238E27FC236}">
                <a16:creationId xmlns:a16="http://schemas.microsoft.com/office/drawing/2014/main" id="{E4B09E7F-FBE6-31BF-0C0F-DD32DBE05724}"/>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757307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384304"/>
            <a:ext cx="12191999" cy="646331"/>
          </a:xfrm>
          <a:prstGeom prst="rect">
            <a:avLst/>
          </a:prstGeom>
          <a:noFill/>
        </p:spPr>
        <p:txBody>
          <a:bodyPr wrap="square" rtlCol="0">
            <a:spAutoFit/>
          </a:bodyPr>
          <a:lstStyle/>
          <a:p>
            <a:pPr algn="ctr"/>
            <a:r>
              <a:rPr lang="es-MX" sz="3600" dirty="0"/>
              <a:t>Objetivo General</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3B57D9-BF13-9372-D021-14655CF00C4C}"/>
              </a:ext>
            </a:extLst>
          </p:cNvPr>
          <p:cNvSpPr txBox="1"/>
          <p:nvPr/>
        </p:nvSpPr>
        <p:spPr>
          <a:xfrm>
            <a:off x="1" y="4082446"/>
            <a:ext cx="12191999" cy="646331"/>
          </a:xfrm>
          <a:prstGeom prst="rect">
            <a:avLst/>
          </a:prstGeom>
          <a:noFill/>
        </p:spPr>
        <p:txBody>
          <a:bodyPr wrap="square" rtlCol="0">
            <a:spAutoFit/>
          </a:bodyPr>
          <a:lstStyle/>
          <a:p>
            <a:pPr algn="ctr"/>
            <a:r>
              <a:rPr lang="es-MX" sz="3600" dirty="0"/>
              <a:t>Objetivos Específicos</a:t>
            </a:r>
            <a:endParaRPr lang="es-CL" dirty="0"/>
          </a:p>
        </p:txBody>
      </p:sp>
      <p:sp>
        <p:nvSpPr>
          <p:cNvPr id="3" name="Rectángulo: esquinas redondeadas 2">
            <a:extLst>
              <a:ext uri="{FF2B5EF4-FFF2-40B4-BE49-F238E27FC236}">
                <a16:creationId xmlns:a16="http://schemas.microsoft.com/office/drawing/2014/main" id="{08D4A171-2FE3-5173-34E6-9DC3D74E7376}"/>
              </a:ext>
            </a:extLst>
          </p:cNvPr>
          <p:cNvSpPr/>
          <p:nvPr/>
        </p:nvSpPr>
        <p:spPr>
          <a:xfrm>
            <a:off x="614515" y="2040571"/>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CL" i="1" dirty="0"/>
              <a:t>Desarrollar un sistema web integral que mejore la gestión administrativa y comunicacional de las juntas de vecinos, facilitando la interacción entre el directorio y los vecinos de la unidad territorial.</a:t>
            </a:r>
            <a:endParaRPr lang="es-CL" dirty="0"/>
          </a:p>
        </p:txBody>
      </p:sp>
      <p:sp>
        <p:nvSpPr>
          <p:cNvPr id="4" name="Rectángulo: esquinas redondeadas 3">
            <a:extLst>
              <a:ext uri="{FF2B5EF4-FFF2-40B4-BE49-F238E27FC236}">
                <a16:creationId xmlns:a16="http://schemas.microsoft.com/office/drawing/2014/main" id="{7E63425F-86F4-531E-E0F5-7A349604A51E}"/>
              </a:ext>
            </a:extLst>
          </p:cNvPr>
          <p:cNvSpPr/>
          <p:nvPr/>
        </p:nvSpPr>
        <p:spPr>
          <a:xfrm>
            <a:off x="614514" y="4732407"/>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s-CL" sz="1400" i="1" dirty="0"/>
              <a:t>Diseñar e implementar un módulo de gestión de vecinos que permita el registro, actualización y administración de los miembros de la junta de vecinos.</a:t>
            </a:r>
          </a:p>
          <a:p>
            <a:pPr marL="285750" indent="-285750">
              <a:buFont typeface="Arial" panose="020B0604020202020204" pitchFamily="34" charset="0"/>
              <a:buChar char="•"/>
            </a:pPr>
            <a:r>
              <a:rPr lang="es-CL" sz="1400" i="1" dirty="0"/>
              <a:t>Crear un sistema de solicitudes digitales para certificados de residencia, uso de espacios comunitarios y postulación a proyectos vecinales.</a:t>
            </a:r>
          </a:p>
          <a:p>
            <a:pPr marL="285750" indent="-285750">
              <a:buFont typeface="Arial" panose="020B0604020202020204" pitchFamily="34" charset="0"/>
              <a:buChar char="•"/>
            </a:pPr>
            <a:r>
              <a:rPr lang="es-CL" sz="1400" i="1" dirty="0"/>
              <a:t>Desarrollar un módulo de comunicaciones que permita el envío de notificaciones, avisos y noticias a los vecinos a través de múltiples canales.</a:t>
            </a:r>
            <a:endParaRPr lang="es-CL" sz="1400" dirty="0"/>
          </a:p>
          <a:p>
            <a:pPr marL="285750" indent="-285750">
              <a:buFont typeface="Arial" panose="020B0604020202020204" pitchFamily="34" charset="0"/>
              <a:buChar char="•"/>
            </a:pPr>
            <a:r>
              <a:rPr lang="es-CL" sz="1400" i="1" dirty="0"/>
              <a:t>Implementar un sistema de gestión de actividades y eventos comunitarios con control de inscripciones y cupos</a:t>
            </a:r>
          </a:p>
          <a:p>
            <a:pPr marL="285750" indent="-285750">
              <a:buFont typeface="Arial" panose="020B0604020202020204" pitchFamily="34" charset="0"/>
              <a:buChar char="•"/>
            </a:pPr>
            <a:r>
              <a:rPr lang="es-CL" sz="1400" i="1" dirty="0"/>
              <a:t>Diseñar una base de datos relacional que soporte todos los procesos del sistema y garantice la integridad de la información</a:t>
            </a:r>
          </a:p>
          <a:p>
            <a:pPr marL="285750" indent="-285750">
              <a:buFont typeface="Arial" panose="020B0604020202020204" pitchFamily="34" charset="0"/>
              <a:buChar char="•"/>
            </a:pPr>
            <a:r>
              <a:rPr lang="es-CL" sz="1400" i="1" dirty="0"/>
              <a:t>Realizar pruebas de usabilidad y funcionalidad para asegurar que el sistema sea intuitivo para usuarios sin conocimientos técnicos.</a:t>
            </a:r>
            <a:endParaRPr lang="es-CL" sz="1400" dirty="0"/>
          </a:p>
        </p:txBody>
      </p:sp>
    </p:spTree>
    <p:extLst>
      <p:ext uri="{BB962C8B-B14F-4D97-AF65-F5344CB8AC3E}">
        <p14:creationId xmlns:p14="http://schemas.microsoft.com/office/powerpoint/2010/main" val="2717669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Alcances y limitaciones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619F4D27-E3D1-FA49-085B-D4C654613768}"/>
              </a:ext>
            </a:extLst>
          </p:cNvPr>
          <p:cNvSpPr txBox="1"/>
          <p:nvPr/>
        </p:nvSpPr>
        <p:spPr>
          <a:xfrm>
            <a:off x="2556387" y="2243435"/>
            <a:ext cx="7688826" cy="3970318"/>
          </a:xfrm>
          <a:prstGeom prst="rect">
            <a:avLst/>
          </a:prstGeom>
          <a:noFill/>
        </p:spPr>
        <p:txBody>
          <a:bodyPr wrap="square" rtlCol="0">
            <a:spAutoFit/>
          </a:bodyPr>
          <a:lstStyle/>
          <a:p>
            <a:r>
              <a:rPr lang="es-CL" b="1" dirty="0"/>
              <a:t>Alcances</a:t>
            </a:r>
            <a:endParaRPr lang="es-CL" dirty="0"/>
          </a:p>
          <a:p>
            <a:r>
              <a:rPr lang="es-CL" dirty="0"/>
              <a:t>✓ Digitalización completa de procesos administrativos de juntas de vecinos </a:t>
            </a:r>
          </a:p>
          <a:p>
            <a:r>
              <a:rPr lang="es-CL" dirty="0"/>
              <a:t>✓ Gestión integral de miembros, solicitudes, proyectos y actividades </a:t>
            </a:r>
          </a:p>
          <a:p>
            <a:r>
              <a:rPr lang="es-CL" dirty="0"/>
              <a:t>✓ Sistema multi-rol con permisos diferenciados </a:t>
            </a:r>
          </a:p>
          <a:p>
            <a:r>
              <a:rPr lang="es-CL" dirty="0"/>
              <a:t>✓ Automatización de flujos de trabajo y notificaciones </a:t>
            </a:r>
          </a:p>
          <a:p>
            <a:r>
              <a:rPr lang="es-CL" dirty="0"/>
              <a:t>✓ Escalable a cualquier junta de vecinos de Chile</a:t>
            </a:r>
          </a:p>
          <a:p>
            <a:endParaRPr lang="es-CL" b="1" dirty="0"/>
          </a:p>
          <a:p>
            <a:r>
              <a:rPr lang="es-CL" b="1" dirty="0"/>
              <a:t>Limitaciones</a:t>
            </a:r>
            <a:endParaRPr lang="es-CL" dirty="0"/>
          </a:p>
          <a:p>
            <a:r>
              <a:rPr lang="es-CL" dirty="0"/>
              <a:t>✗ Proyecto académico sin implementación en producción real </a:t>
            </a:r>
          </a:p>
          <a:p>
            <a:r>
              <a:rPr lang="es-CL" dirty="0"/>
              <a:t>✗ Pruebas de usabilidad limitadas sin usuarios finales </a:t>
            </a:r>
          </a:p>
          <a:p>
            <a:r>
              <a:rPr lang="es-CL" dirty="0"/>
              <a:t>✗ Integraciones externas (email/SMS) no implementadas</a:t>
            </a:r>
          </a:p>
          <a:p>
            <a:r>
              <a:rPr lang="es-CL" dirty="0"/>
              <a:t>✗ Falta validación con directivas de juntas de vecinos reales </a:t>
            </a:r>
          </a:p>
          <a:p>
            <a:r>
              <a:rPr lang="es-CL" dirty="0"/>
              <a:t>✗ Sin módulo de gestión financiera/tesorería</a:t>
            </a:r>
          </a:p>
          <a:p>
            <a:endParaRPr lang="es-CL" dirty="0"/>
          </a:p>
        </p:txBody>
      </p:sp>
    </p:spTree>
    <p:extLst>
      <p:ext uri="{BB962C8B-B14F-4D97-AF65-F5344CB8AC3E}">
        <p14:creationId xmlns:p14="http://schemas.microsoft.com/office/powerpoint/2010/main" val="329995646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Metodología de trabajo para el desarrollo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726DC345-68B3-4C98-4088-6DAB3C6B560F}"/>
              </a:ext>
            </a:extLst>
          </p:cNvPr>
          <p:cNvSpPr txBox="1"/>
          <p:nvPr/>
        </p:nvSpPr>
        <p:spPr>
          <a:xfrm>
            <a:off x="933450" y="2640330"/>
            <a:ext cx="9909810" cy="1477328"/>
          </a:xfrm>
          <a:prstGeom prst="rect">
            <a:avLst/>
          </a:prstGeom>
          <a:noFill/>
        </p:spPr>
        <p:txBody>
          <a:bodyPr wrap="square" rtlCol="0">
            <a:spAutoFit/>
          </a:bodyPr>
          <a:lstStyle/>
          <a:p>
            <a:r>
              <a:rPr lang="es-CL" i="1" dirty="0"/>
              <a:t>Se utilizará una metodología Kanban complementada con elementos de diseño centrado en el usuario para abordar el desarrollo del Sistema Unidad Territorial.</a:t>
            </a:r>
          </a:p>
          <a:p>
            <a:endParaRPr lang="es-CL" dirty="0"/>
          </a:p>
          <a:p>
            <a:r>
              <a:rPr lang="es-CL" i="1" dirty="0"/>
              <a:t>Kanban permitirá gestionar el flujo de manera visual y continua, adaptándose a la naturaleza individual del proyecto y permitiendo flexibilidad en las prioridades según los hallazgos durante el desarrollo</a:t>
            </a:r>
            <a:r>
              <a:rPr lang="es-CL" dirty="0"/>
              <a:t> </a:t>
            </a:r>
          </a:p>
        </p:txBody>
      </p:sp>
    </p:spTree>
    <p:extLst>
      <p:ext uri="{BB962C8B-B14F-4D97-AF65-F5344CB8AC3E}">
        <p14:creationId xmlns:p14="http://schemas.microsoft.com/office/powerpoint/2010/main" val="39641997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1155656"/>
            <a:ext cx="12191999" cy="892552"/>
          </a:xfrm>
          <a:prstGeom prst="rect">
            <a:avLst/>
          </a:prstGeom>
          <a:noFill/>
        </p:spPr>
        <p:txBody>
          <a:bodyPr wrap="square" rtlCol="0">
            <a:spAutoFit/>
          </a:bodyPr>
          <a:lstStyle/>
          <a:p>
            <a:pPr algn="ctr"/>
            <a:r>
              <a:rPr lang="es-MX" sz="3600" dirty="0"/>
              <a:t>Cronograma para el desarrollo del proyecto</a:t>
            </a:r>
          </a:p>
          <a:p>
            <a:pPr algn="ctr"/>
            <a:r>
              <a:rPr lang="es-MX" sz="1600" dirty="0">
                <a:solidFill>
                  <a:schemeClr val="bg2">
                    <a:lumMod val="50000"/>
                  </a:schemeClr>
                </a:solidFill>
              </a:rPr>
              <a:t>* Utilizar cronograma de inicio, indicando el cumplimiento al término del proyecto </a:t>
            </a:r>
            <a:endParaRPr lang="es-CL" sz="1000" dirty="0">
              <a:solidFill>
                <a:schemeClr val="bg2">
                  <a:lumMod val="50000"/>
                </a:schemeClr>
              </a:solidFill>
            </a:endParaRP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16" name="Diagrama 15">
            <a:extLst>
              <a:ext uri="{FF2B5EF4-FFF2-40B4-BE49-F238E27FC236}">
                <a16:creationId xmlns:a16="http://schemas.microsoft.com/office/drawing/2014/main" id="{B85CA815-AAEF-3846-8864-23B943163A39}"/>
              </a:ext>
            </a:extLst>
          </p:cNvPr>
          <p:cNvGraphicFramePr/>
          <p:nvPr>
            <p:extLst>
              <p:ext uri="{D42A27DB-BD31-4B8C-83A1-F6EECF244321}">
                <p14:modId xmlns:p14="http://schemas.microsoft.com/office/powerpoint/2010/main" val="1750397326"/>
              </p:ext>
            </p:extLst>
          </p:nvPr>
        </p:nvGraphicFramePr>
        <p:xfrm>
          <a:off x="1045359" y="2048208"/>
          <a:ext cx="9956938" cy="4090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43133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Arquitectura del software</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E56150B3-7F91-BE52-66F3-5E16CD4B63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1458" y="2078986"/>
            <a:ext cx="5850193" cy="4670655"/>
          </a:xfrm>
          <a:prstGeom prst="rect">
            <a:avLst/>
          </a:prstGeom>
        </p:spPr>
      </p:pic>
    </p:spTree>
    <p:extLst>
      <p:ext uri="{BB962C8B-B14F-4D97-AF65-F5344CB8AC3E}">
        <p14:creationId xmlns:p14="http://schemas.microsoft.com/office/powerpoint/2010/main" val="189049146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Modelo de datos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8" name="Diagrama 7">
            <a:extLst>
              <a:ext uri="{FF2B5EF4-FFF2-40B4-BE49-F238E27FC236}">
                <a16:creationId xmlns:a16="http://schemas.microsoft.com/office/drawing/2014/main" id="{5CA68848-7410-2A0F-F431-B8E024C21B15}"/>
              </a:ext>
            </a:extLst>
          </p:cNvPr>
          <p:cNvGraphicFramePr/>
          <p:nvPr>
            <p:extLst>
              <p:ext uri="{D42A27DB-BD31-4B8C-83A1-F6EECF244321}">
                <p14:modId xmlns:p14="http://schemas.microsoft.com/office/powerpoint/2010/main" val="133074007"/>
              </p:ext>
            </p:extLst>
          </p:nvPr>
        </p:nvGraphicFramePr>
        <p:xfrm>
          <a:off x="2605549" y="2262388"/>
          <a:ext cx="7564284" cy="3837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245761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“SISTEMA UNIDAD TERRITORIAL”</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Tecnologías utilizadas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2" name="Diagrama 1">
            <a:extLst>
              <a:ext uri="{FF2B5EF4-FFF2-40B4-BE49-F238E27FC236}">
                <a16:creationId xmlns:a16="http://schemas.microsoft.com/office/drawing/2014/main" id="{9A0B4EFC-35F9-41D0-A0FB-4E67FE64001F}"/>
              </a:ext>
            </a:extLst>
          </p:cNvPr>
          <p:cNvGraphicFramePr/>
          <p:nvPr>
            <p:extLst>
              <p:ext uri="{D42A27DB-BD31-4B8C-83A1-F6EECF244321}">
                <p14:modId xmlns:p14="http://schemas.microsoft.com/office/powerpoint/2010/main" val="3139446658"/>
              </p:ext>
            </p:extLst>
          </p:nvPr>
        </p:nvGraphicFramePr>
        <p:xfrm>
          <a:off x="2448232" y="2399070"/>
          <a:ext cx="7777316" cy="39329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536874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138773"/>
          </a:xfrm>
          <a:prstGeom prst="rect">
            <a:avLst/>
          </a:prstGeom>
          <a:noFill/>
        </p:spPr>
        <p:txBody>
          <a:bodyPr wrap="square" rtlCol="0">
            <a:spAutoFit/>
          </a:bodyPr>
          <a:lstStyle/>
          <a:p>
            <a:pPr algn="ctr"/>
            <a:r>
              <a:rPr lang="es-MX" sz="4400" dirty="0"/>
              <a:t>DEMOSTRACIÓN DEL RESULTADO DEL PROYECTO</a:t>
            </a:r>
          </a:p>
          <a:p>
            <a:pPr algn="ctr"/>
            <a:r>
              <a:rPr lang="es-MX" sz="2400" dirty="0">
                <a:solidFill>
                  <a:schemeClr val="bg2">
                    <a:lumMod val="50000"/>
                  </a:schemeClr>
                </a:solidFill>
              </a:rPr>
              <a:t>*Exposición del sistema</a:t>
            </a:r>
            <a:endParaRPr lang="es-CL" sz="2400" dirty="0">
              <a:solidFill>
                <a:schemeClr val="bg2">
                  <a:lumMod val="50000"/>
                </a:schemeClr>
              </a:solidFill>
            </a:endParaRPr>
          </a:p>
        </p:txBody>
      </p:sp>
    </p:spTree>
    <p:extLst>
      <p:ext uri="{BB962C8B-B14F-4D97-AF65-F5344CB8AC3E}">
        <p14:creationId xmlns:p14="http://schemas.microsoft.com/office/powerpoint/2010/main" val="48917468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459095"/>
            <a:ext cx="12191999" cy="769441"/>
          </a:xfrm>
          <a:prstGeom prst="rect">
            <a:avLst/>
          </a:prstGeom>
          <a:noFill/>
        </p:spPr>
        <p:txBody>
          <a:bodyPr wrap="square" rtlCol="0">
            <a:spAutoFit/>
          </a:bodyPr>
          <a:lstStyle/>
          <a:p>
            <a:pPr algn="ctr"/>
            <a:r>
              <a:rPr lang="es-MX" sz="4400" dirty="0"/>
              <a:t>Resultados obtenidos</a:t>
            </a:r>
          </a:p>
        </p:txBody>
      </p:sp>
      <p:sp>
        <p:nvSpPr>
          <p:cNvPr id="2" name="CuadroTexto 1">
            <a:extLst>
              <a:ext uri="{FF2B5EF4-FFF2-40B4-BE49-F238E27FC236}">
                <a16:creationId xmlns:a16="http://schemas.microsoft.com/office/drawing/2014/main" id="{9F8B0FEF-D78A-A51F-98B8-E5AE87D12F03}"/>
              </a:ext>
            </a:extLst>
          </p:cNvPr>
          <p:cNvSpPr txBox="1"/>
          <p:nvPr/>
        </p:nvSpPr>
        <p:spPr>
          <a:xfrm>
            <a:off x="1111044" y="2536583"/>
            <a:ext cx="10467991" cy="2862322"/>
          </a:xfrm>
          <a:prstGeom prst="rect">
            <a:avLst/>
          </a:prstGeom>
          <a:noFill/>
        </p:spPr>
        <p:txBody>
          <a:bodyPr wrap="square" rtlCol="0">
            <a:spAutoFit/>
          </a:bodyPr>
          <a:lstStyle/>
          <a:p>
            <a:r>
              <a:rPr lang="es-CL" dirty="0"/>
              <a:t>Sistema web funcional con 7 módulos completamente implementados que digitalizan la gestión de juntas de vecinos. Se desarrolló una plataforma responsive con interfaz intuitiva que permite gestionar vecinos, procesar solicitudes de certificados, coordinar proyectos vecinales, administrar actividades comunitarias y centralizar comunicaciones.</a:t>
            </a:r>
          </a:p>
          <a:p>
            <a:r>
              <a:rPr lang="es-CL" dirty="0"/>
              <a:t>La base de datos implementa 31 tablas con 60 relaciones que garantizan integridad referencial y escalabilidad. El sistema incluye autenticación multi-rol, flujos de trabajo automatizados con seguimiento en tiempo real, y capacidad de generación de documentos oficiales.</a:t>
            </a:r>
          </a:p>
          <a:p>
            <a:r>
              <a:rPr lang="es-CL" dirty="0"/>
              <a:t>Se alcanzó un 85% de completitud del proyecto según la planificación inicial, con funcionalidades </a:t>
            </a:r>
            <a:r>
              <a:rPr lang="es-CL" dirty="0" err="1"/>
              <a:t>core</a:t>
            </a:r>
            <a:r>
              <a:rPr lang="es-CL" dirty="0"/>
              <a:t> operativas y listas para validación con usuarios reales.</a:t>
            </a:r>
          </a:p>
          <a:p>
            <a:endParaRPr lang="es-CL" dirty="0"/>
          </a:p>
        </p:txBody>
      </p:sp>
    </p:spTree>
    <p:extLst>
      <p:ext uri="{BB962C8B-B14F-4D97-AF65-F5344CB8AC3E}">
        <p14:creationId xmlns:p14="http://schemas.microsoft.com/office/powerpoint/2010/main" val="290489373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360773"/>
            <a:ext cx="12191999" cy="769441"/>
          </a:xfrm>
          <a:prstGeom prst="rect">
            <a:avLst/>
          </a:prstGeom>
          <a:noFill/>
        </p:spPr>
        <p:txBody>
          <a:bodyPr wrap="square" rtlCol="0">
            <a:spAutoFit/>
          </a:bodyPr>
          <a:lstStyle/>
          <a:p>
            <a:pPr algn="ctr"/>
            <a:r>
              <a:rPr lang="es-MX" sz="4400" dirty="0"/>
              <a:t>Obstáculos presentados durante el desarrollo</a:t>
            </a:r>
          </a:p>
        </p:txBody>
      </p:sp>
      <p:sp>
        <p:nvSpPr>
          <p:cNvPr id="2" name="CuadroTexto 1">
            <a:extLst>
              <a:ext uri="{FF2B5EF4-FFF2-40B4-BE49-F238E27FC236}">
                <a16:creationId xmlns:a16="http://schemas.microsoft.com/office/drawing/2014/main" id="{E1D06456-4FC9-9684-4764-54B5C8B100A3}"/>
              </a:ext>
            </a:extLst>
          </p:cNvPr>
          <p:cNvSpPr txBox="1"/>
          <p:nvPr/>
        </p:nvSpPr>
        <p:spPr>
          <a:xfrm>
            <a:off x="1111044" y="2130214"/>
            <a:ext cx="10153013" cy="4524315"/>
          </a:xfrm>
          <a:prstGeom prst="rect">
            <a:avLst/>
          </a:prstGeom>
          <a:noFill/>
        </p:spPr>
        <p:txBody>
          <a:bodyPr wrap="square" rtlCol="0">
            <a:spAutoFit/>
          </a:bodyPr>
          <a:lstStyle/>
          <a:p>
            <a:pPr marL="285750" indent="-285750">
              <a:buFont typeface="Arial" panose="020B0604020202020204" pitchFamily="34" charset="0"/>
              <a:buChar char="•"/>
            </a:pPr>
            <a:r>
              <a:rPr lang="es-CL" b="1" dirty="0"/>
              <a:t>Complejidad del sistema de autenticación multi-rol:</a:t>
            </a:r>
            <a:r>
              <a:rPr lang="es-CL" dirty="0"/>
              <a:t> La implementación de permisos diferenciados entre vecinos, miembros activos y directiva requirió mayor tiempo del planificado para garantizar seguridad y correcta segregación de funcionalidades.</a:t>
            </a:r>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r>
              <a:rPr lang="es-CL" b="1" dirty="0"/>
              <a:t>Curva de aprendizaje de </a:t>
            </a:r>
            <a:r>
              <a:rPr lang="es-CL" b="1" dirty="0" err="1"/>
              <a:t>Supabase</a:t>
            </a:r>
            <a:r>
              <a:rPr lang="es-CL" b="1" dirty="0"/>
              <a:t>:</a:t>
            </a:r>
            <a:r>
              <a:rPr lang="es-CL" dirty="0"/>
              <a:t> Adaptación a las capacidades y limitaciones de la plataforma, especialmente en la configuración de políticas de seguridad (RLS) y </a:t>
            </a:r>
            <a:r>
              <a:rPr lang="es-CL" dirty="0" err="1"/>
              <a:t>triggers</a:t>
            </a:r>
            <a:r>
              <a:rPr lang="es-CL" dirty="0"/>
              <a:t> de base de datos, demandó investigación adicional más allá de la documentación oficial.</a:t>
            </a:r>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r>
              <a:rPr lang="es-CL" b="1" dirty="0"/>
              <a:t>Cambio en metodología de investigación:</a:t>
            </a:r>
            <a:r>
              <a:rPr lang="es-CL" dirty="0"/>
              <a:t> La imposibilidad de realizar visitas presenciales a juntas de vecinos obligó a replantear el enfoque inicial, pivotando hacia investigación documental exhaustiva de procesos y normativas públicamente disponibles.</a:t>
            </a:r>
          </a:p>
          <a:p>
            <a:pPr marL="285750" indent="-285750">
              <a:buFont typeface="Arial" panose="020B0604020202020204" pitchFamily="34" charset="0"/>
              <a:buChar char="•"/>
            </a:pPr>
            <a:endParaRPr lang="es-CL" dirty="0"/>
          </a:p>
          <a:p>
            <a:pPr marL="285750" indent="-285750">
              <a:buFont typeface="Arial" panose="020B0604020202020204" pitchFamily="34" charset="0"/>
              <a:buChar char="•"/>
            </a:pPr>
            <a:r>
              <a:rPr lang="es-CL" b="1" dirty="0"/>
              <a:t>Gestión del alcance vs. tiempo:</a:t>
            </a:r>
            <a:r>
              <a:rPr lang="es-CL" dirty="0"/>
              <a:t> Balancear la implementación de funcionalidades planificadas con el tiempo disponible requirió priorización continua mediante </a:t>
            </a:r>
            <a:r>
              <a:rPr lang="es-CL" dirty="0" err="1"/>
              <a:t>MoSCoW</a:t>
            </a:r>
            <a:r>
              <a:rPr lang="es-CL" dirty="0"/>
              <a:t>, dejando características secundarias para futuras iteraciones.</a:t>
            </a:r>
          </a:p>
          <a:p>
            <a:endParaRPr lang="es-CL" dirty="0"/>
          </a:p>
        </p:txBody>
      </p:sp>
    </p:spTree>
    <p:extLst>
      <p:ext uri="{BB962C8B-B14F-4D97-AF65-F5344CB8AC3E}">
        <p14:creationId xmlns:p14="http://schemas.microsoft.com/office/powerpoint/2010/main" val="126626850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0" y="3044279"/>
            <a:ext cx="12191999" cy="769441"/>
          </a:xfrm>
          <a:prstGeom prst="rect">
            <a:avLst/>
          </a:prstGeom>
          <a:noFill/>
        </p:spPr>
        <p:txBody>
          <a:bodyPr wrap="square" rtlCol="0">
            <a:spAutoFit/>
          </a:bodyPr>
          <a:lstStyle/>
          <a:p>
            <a:pPr algn="ctr"/>
            <a:r>
              <a:rPr lang="es-MX" sz="4400" dirty="0"/>
              <a:t>PREGUNTAS DE LA COMISIÓN</a:t>
            </a:r>
          </a:p>
        </p:txBody>
      </p:sp>
    </p:spTree>
    <p:extLst>
      <p:ext uri="{BB962C8B-B14F-4D97-AF65-F5344CB8AC3E}">
        <p14:creationId xmlns:p14="http://schemas.microsoft.com/office/powerpoint/2010/main" val="4158079731"/>
      </p:ext>
    </p:extLst>
  </p:cSld>
  <p:clrMapOvr>
    <a:masterClrMapping/>
  </p:clrMapOvr>
  <p:transition spd="slow">
    <p:wip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909</Words>
  <Application>Microsoft Macintosh PowerPoint</Application>
  <PresentationFormat>Panorámica</PresentationFormat>
  <Paragraphs>94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Galan Cruz</dc:creator>
  <cp:lastModifiedBy>Marco Barrera Tilleria</cp:lastModifiedBy>
  <cp:revision>13</cp:revision>
  <dcterms:created xsi:type="dcterms:W3CDTF">2023-10-28T21:12:11Z</dcterms:created>
  <dcterms:modified xsi:type="dcterms:W3CDTF">2025-11-17T03:01:24Z</dcterms:modified>
</cp:coreProperties>
</file>